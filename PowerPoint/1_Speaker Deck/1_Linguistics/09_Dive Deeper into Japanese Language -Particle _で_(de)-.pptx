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87" r:id="rId3"/>
    <p:sldId id="407" r:id="rId4"/>
    <p:sldId id="387" r:id="rId5"/>
    <p:sldId id="286" r:id="rId6"/>
    <p:sldId id="430" r:id="rId7"/>
    <p:sldId id="280" r:id="rId8"/>
    <p:sldId id="311" r:id="rId9"/>
    <p:sldId id="259" r:id="rId10"/>
    <p:sldId id="330" r:id="rId11"/>
    <p:sldId id="325" r:id="rId12"/>
    <p:sldId id="354" r:id="rId13"/>
    <p:sldId id="410" r:id="rId14"/>
    <p:sldId id="411" r:id="rId15"/>
    <p:sldId id="412" r:id="rId16"/>
    <p:sldId id="425" r:id="rId17"/>
    <p:sldId id="426" r:id="rId18"/>
    <p:sldId id="326" r:id="rId19"/>
    <p:sldId id="336" r:id="rId20"/>
    <p:sldId id="413" r:id="rId21"/>
    <p:sldId id="419" r:id="rId22"/>
    <p:sldId id="420" r:id="rId23"/>
    <p:sldId id="427" r:id="rId24"/>
    <p:sldId id="421" r:id="rId25"/>
    <p:sldId id="428" r:id="rId26"/>
    <p:sldId id="429" r:id="rId27"/>
    <p:sldId id="359" r:id="rId28"/>
    <p:sldId id="360" r:id="rId29"/>
    <p:sldId id="418" r:id="rId30"/>
    <p:sldId id="408" r:id="rId31"/>
    <p:sldId id="409" r:id="rId32"/>
    <p:sldId id="385" r:id="rId33"/>
    <p:sldId id="386" r:id="rId34"/>
    <p:sldId id="328" r:id="rId35"/>
    <p:sldId id="295" r:id="rId36"/>
    <p:sldId id="28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FA9DF2DE-C912-4469-82AE-460197A0ED6C}"/>
    <pc:docChg chg="custSel modSld">
      <pc:chgData name="Hayato Ishida" userId="585fa0fa6384767c" providerId="LiveId" clId="{FA9DF2DE-C912-4469-82AE-460197A0ED6C}" dt="2025-05-03T11:40:54.618" v="8"/>
      <pc:docMkLst>
        <pc:docMk/>
      </pc:docMkLst>
      <pc:sldChg chg="addSp delSp modSp mod">
        <pc:chgData name="Hayato Ishida" userId="585fa0fa6384767c" providerId="LiveId" clId="{FA9DF2DE-C912-4469-82AE-460197A0ED6C}" dt="2025-05-03T11:40:54.618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FA9DF2DE-C912-4469-82AE-460197A0ED6C}" dt="2025-05-03T11:38:23.310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FA9DF2DE-C912-4469-82AE-460197A0ED6C}" dt="2025-05-03T11:37:44.549" v="6"/>
        <pc:sldMkLst>
          <pc:docMk/>
          <pc:sldMk cId="654251065" sldId="287"/>
        </pc:sldMkLst>
      </pc:sldChg>
    </pc:docChg>
  </pc:docChgLst>
  <pc:docChgLst>
    <pc:chgData name="Hayato Ishida" userId="585fa0fa6384767c" providerId="LiveId" clId="{065F8A11-61A8-470A-8D72-392B8CB55951}"/>
    <pc:docChg chg="custSel addSld modSld">
      <pc:chgData name="Hayato Ishida" userId="585fa0fa6384767c" providerId="LiveId" clId="{065F8A11-61A8-470A-8D72-392B8CB55951}" dt="2025-08-31T17:20:48.046" v="14"/>
      <pc:docMkLst>
        <pc:docMk/>
      </pc:docMkLst>
      <pc:sldChg chg="addSp delSp modSp mod">
        <pc:chgData name="Hayato Ishida" userId="585fa0fa6384767c" providerId="LiveId" clId="{065F8A11-61A8-470A-8D72-392B8CB55951}" dt="2025-08-31T17:20:33.876" v="11"/>
        <pc:sldMkLst>
          <pc:docMk/>
          <pc:sldMk cId="155858466" sldId="286"/>
        </pc:sldMkLst>
        <pc:spChg chg="add del mod">
          <ac:chgData name="Hayato Ishida" userId="585fa0fa6384767c" providerId="LiveId" clId="{065F8A11-61A8-470A-8D72-392B8CB55951}" dt="2025-08-31T17:20:33.428" v="10" actId="478"/>
          <ac:spMkLst>
            <pc:docMk/>
            <pc:sldMk cId="155858466" sldId="286"/>
            <ac:spMk id="3" creationId="{E52F9C92-1CCC-6342-6308-4F8BD0D8DB87}"/>
          </ac:spMkLst>
        </pc:spChg>
        <pc:spChg chg="add mod">
          <ac:chgData name="Hayato Ishida" userId="585fa0fa6384767c" providerId="LiveId" clId="{065F8A11-61A8-470A-8D72-392B8CB55951}" dt="2025-08-31T17:20:33.876" v="11"/>
          <ac:spMkLst>
            <pc:docMk/>
            <pc:sldMk cId="155858466" sldId="286"/>
            <ac:spMk id="4" creationId="{CA2B4F21-A306-BB46-3046-61B6737CCDF8}"/>
          </ac:spMkLst>
        </pc:spChg>
        <pc:spChg chg="del">
          <ac:chgData name="Hayato Ishida" userId="585fa0fa6384767c" providerId="LiveId" clId="{065F8A11-61A8-470A-8D72-392B8CB55951}" dt="2025-08-31T17:20:31.808" v="9" actId="478"/>
          <ac:spMkLst>
            <pc:docMk/>
            <pc:sldMk cId="155858466" sldId="286"/>
            <ac:spMk id="7" creationId="{184EC808-D906-5077-5228-0D571761F91A}"/>
          </ac:spMkLst>
        </pc:spChg>
        <pc:spChg chg="del">
          <ac:chgData name="Hayato Ishida" userId="585fa0fa6384767c" providerId="LiveId" clId="{065F8A11-61A8-470A-8D72-392B8CB55951}" dt="2025-08-31T17:20:26.511" v="8" actId="478"/>
          <ac:spMkLst>
            <pc:docMk/>
            <pc:sldMk cId="155858466" sldId="286"/>
            <ac:spMk id="9" creationId="{3FBACBFC-F2D5-DCBB-A3E8-CB0D46B3B20E}"/>
          </ac:spMkLst>
        </pc:spChg>
        <pc:graphicFrameChg chg="add mod">
          <ac:chgData name="Hayato Ishida" userId="585fa0fa6384767c" providerId="LiveId" clId="{065F8A11-61A8-470A-8D72-392B8CB55951}" dt="2025-08-31T17:20:33.876" v="11"/>
          <ac:graphicFrameMkLst>
            <pc:docMk/>
            <pc:sldMk cId="155858466" sldId="286"/>
            <ac:graphicFrameMk id="5" creationId="{84F2144B-610A-BF12-85C4-B6A9F75A7CE5}"/>
          </ac:graphicFrameMkLst>
        </pc:graphicFrameChg>
      </pc:sldChg>
      <pc:sldChg chg="addSp delSp modSp mod">
        <pc:chgData name="Hayato Ishida" userId="585fa0fa6384767c" providerId="LiveId" clId="{065F8A11-61A8-470A-8D72-392B8CB55951}" dt="2025-08-31T17:12:23.639" v="2"/>
        <pc:sldMkLst>
          <pc:docMk/>
          <pc:sldMk cId="654251065" sldId="287"/>
        </pc:sldMkLst>
        <pc:spChg chg="add del mod">
          <ac:chgData name="Hayato Ishida" userId="585fa0fa6384767c" providerId="LiveId" clId="{065F8A11-61A8-470A-8D72-392B8CB55951}" dt="2025-08-31T17:12:23.300" v="1" actId="478"/>
          <ac:spMkLst>
            <pc:docMk/>
            <pc:sldMk cId="654251065" sldId="287"/>
            <ac:spMk id="3" creationId="{09A1332E-CDEC-AEB6-1B26-8A8F0495DE4A}"/>
          </ac:spMkLst>
        </pc:spChg>
        <pc:spChg chg="add mod">
          <ac:chgData name="Hayato Ishida" userId="585fa0fa6384767c" providerId="LiveId" clId="{065F8A11-61A8-470A-8D72-392B8CB55951}" dt="2025-08-31T17:12:23.639" v="2"/>
          <ac:spMkLst>
            <pc:docMk/>
            <pc:sldMk cId="654251065" sldId="287"/>
            <ac:spMk id="5" creationId="{A99B9742-370C-2174-04A5-4DCAB20FAC2A}"/>
          </ac:spMkLst>
        </pc:spChg>
        <pc:spChg chg="del">
          <ac:chgData name="Hayato Ishida" userId="585fa0fa6384767c" providerId="LiveId" clId="{065F8A11-61A8-470A-8D72-392B8CB55951}" dt="2025-08-31T17:12:20.649" v="0" actId="478"/>
          <ac:spMkLst>
            <pc:docMk/>
            <pc:sldMk cId="654251065" sldId="287"/>
            <ac:spMk id="10" creationId="{B48D9C44-D094-D83B-98F5-FB76ADBD8A8D}"/>
          </ac:spMkLst>
        </pc:spChg>
        <pc:picChg chg="add mod">
          <ac:chgData name="Hayato Ishida" userId="585fa0fa6384767c" providerId="LiveId" clId="{065F8A11-61A8-470A-8D72-392B8CB55951}" dt="2025-08-31T17:12:23.639" v="2"/>
          <ac:picMkLst>
            <pc:docMk/>
            <pc:sldMk cId="654251065" sldId="287"/>
            <ac:picMk id="4" creationId="{23671DE4-B2B2-B656-B997-EF364FD2402C}"/>
          </ac:picMkLst>
        </pc:picChg>
        <pc:picChg chg="del">
          <ac:chgData name="Hayato Ishida" userId="585fa0fa6384767c" providerId="LiveId" clId="{065F8A11-61A8-470A-8D72-392B8CB55951}" dt="2025-08-31T17:12:20.649" v="0" actId="478"/>
          <ac:picMkLst>
            <pc:docMk/>
            <pc:sldMk cId="654251065" sldId="287"/>
            <ac:picMk id="12" creationId="{BE128227-8099-D961-7B33-BA7B4CD8B81B}"/>
          </ac:picMkLst>
        </pc:picChg>
      </pc:sldChg>
      <pc:sldChg chg="addSp delSp modSp mod">
        <pc:chgData name="Hayato Ishida" userId="585fa0fa6384767c" providerId="LiveId" clId="{065F8A11-61A8-470A-8D72-392B8CB55951}" dt="2025-08-31T17:16:51.552" v="7"/>
        <pc:sldMkLst>
          <pc:docMk/>
          <pc:sldMk cId="417452178" sldId="387"/>
        </pc:sldMkLst>
        <pc:spChg chg="add del mod">
          <ac:chgData name="Hayato Ishida" userId="585fa0fa6384767c" providerId="LiveId" clId="{065F8A11-61A8-470A-8D72-392B8CB55951}" dt="2025-08-31T17:16:46.481" v="4" actId="478"/>
          <ac:spMkLst>
            <pc:docMk/>
            <pc:sldMk cId="417452178" sldId="387"/>
            <ac:spMk id="2" creationId="{97F179DC-AD5C-7EE7-D968-B1510B77B2C6}"/>
          </ac:spMkLst>
        </pc:spChg>
        <pc:spChg chg="add del mod">
          <ac:chgData name="Hayato Ishida" userId="585fa0fa6384767c" providerId="LiveId" clId="{065F8A11-61A8-470A-8D72-392B8CB55951}" dt="2025-08-31T17:16:46.481" v="4" actId="478"/>
          <ac:spMkLst>
            <pc:docMk/>
            <pc:sldMk cId="417452178" sldId="387"/>
            <ac:spMk id="3" creationId="{1427D5B1-3D14-284B-89A4-759006359002}"/>
          </ac:spMkLst>
        </pc:spChg>
        <pc:spChg chg="add del mod">
          <ac:chgData name="Hayato Ishida" userId="585fa0fa6384767c" providerId="LiveId" clId="{065F8A11-61A8-470A-8D72-392B8CB55951}" dt="2025-08-31T17:16:46.481" v="4" actId="478"/>
          <ac:spMkLst>
            <pc:docMk/>
            <pc:sldMk cId="417452178" sldId="387"/>
            <ac:spMk id="4" creationId="{C6B3F170-4382-5B21-8E9B-E7864FEB7DEC}"/>
          </ac:spMkLst>
        </pc:spChg>
        <pc:spChg chg="del">
          <ac:chgData name="Hayato Ishida" userId="585fa0fa6384767c" providerId="LiveId" clId="{065F8A11-61A8-470A-8D72-392B8CB55951}" dt="2025-08-31T17:16:49.018" v="5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065F8A11-61A8-470A-8D72-392B8CB55951}" dt="2025-08-31T17:16:49.018" v="5" actId="478"/>
          <ac:spMkLst>
            <pc:docMk/>
            <pc:sldMk cId="417452178" sldId="387"/>
            <ac:spMk id="7" creationId="{F4EECFEB-CDB9-69A5-6CEA-9BCBE6B4DFDF}"/>
          </ac:spMkLst>
        </pc:spChg>
        <pc:spChg chg="add del mod">
          <ac:chgData name="Hayato Ishida" userId="585fa0fa6384767c" providerId="LiveId" clId="{065F8A11-61A8-470A-8D72-392B8CB55951}" dt="2025-08-31T17:16:50.850" v="6" actId="478"/>
          <ac:spMkLst>
            <pc:docMk/>
            <pc:sldMk cId="417452178" sldId="387"/>
            <ac:spMk id="9" creationId="{79F0C21F-29EE-D39B-E74B-DBFD615702F5}"/>
          </ac:spMkLst>
        </pc:spChg>
        <pc:spChg chg="add del mod">
          <ac:chgData name="Hayato Ishida" userId="585fa0fa6384767c" providerId="LiveId" clId="{065F8A11-61A8-470A-8D72-392B8CB55951}" dt="2025-08-31T17:16:50.850" v="6" actId="478"/>
          <ac:spMkLst>
            <pc:docMk/>
            <pc:sldMk cId="417452178" sldId="387"/>
            <ac:spMk id="11" creationId="{6B07D8FD-E553-88AD-7E25-793758BD95E2}"/>
          </ac:spMkLst>
        </pc:spChg>
        <pc:spChg chg="add mod">
          <ac:chgData name="Hayato Ishida" userId="585fa0fa6384767c" providerId="LiveId" clId="{065F8A11-61A8-470A-8D72-392B8CB55951}" dt="2025-08-31T17:16:51.552" v="7"/>
          <ac:spMkLst>
            <pc:docMk/>
            <pc:sldMk cId="417452178" sldId="387"/>
            <ac:spMk id="12" creationId="{62B68A2E-DCD8-6ACD-E0E0-D174040AFCD6}"/>
          </ac:spMkLst>
        </pc:spChg>
        <pc:spChg chg="add mod">
          <ac:chgData name="Hayato Ishida" userId="585fa0fa6384767c" providerId="LiveId" clId="{065F8A11-61A8-470A-8D72-392B8CB55951}" dt="2025-08-31T17:16:51.552" v="7"/>
          <ac:spMkLst>
            <pc:docMk/>
            <pc:sldMk cId="417452178" sldId="387"/>
            <ac:spMk id="13" creationId="{9ED051E0-5F38-B6A3-D272-14E0238709C6}"/>
          </ac:spMkLst>
        </pc:spChg>
      </pc:sldChg>
      <pc:sldChg chg="addSp delSp modSp add mod">
        <pc:chgData name="Hayato Ishida" userId="585fa0fa6384767c" providerId="LiveId" clId="{065F8A11-61A8-470A-8D72-392B8CB55951}" dt="2025-08-31T17:20:48.046" v="14"/>
        <pc:sldMkLst>
          <pc:docMk/>
          <pc:sldMk cId="4106999666" sldId="430"/>
        </pc:sldMkLst>
        <pc:graphicFrameChg chg="add mod">
          <ac:chgData name="Hayato Ishida" userId="585fa0fa6384767c" providerId="LiveId" clId="{065F8A11-61A8-470A-8D72-392B8CB55951}" dt="2025-08-31T17:20:48.046" v="14"/>
          <ac:graphicFrameMkLst>
            <pc:docMk/>
            <pc:sldMk cId="4106999666" sldId="430"/>
            <ac:graphicFrameMk id="2" creationId="{44696266-52B3-4A47-5675-6AD6C857E0C8}"/>
          </ac:graphicFrameMkLst>
        </pc:graphicFrameChg>
        <pc:graphicFrameChg chg="del">
          <ac:chgData name="Hayato Ishida" userId="585fa0fa6384767c" providerId="LiveId" clId="{065F8A11-61A8-470A-8D72-392B8CB55951}" dt="2025-08-31T17:20:41.659" v="13" actId="478"/>
          <ac:graphicFrameMkLst>
            <pc:docMk/>
            <pc:sldMk cId="4106999666" sldId="430"/>
            <ac:graphicFrameMk id="5" creationId="{04B1E46E-BD09-787B-03CB-E39779B9604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Z9MLY5-dive-deeper-into-japanese-language-particle-d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openxmlformats.org/officeDocument/2006/relationships/slide" Target="slide9.xml"/><Relationship Id="rId7" Type="http://schemas.openxmlformats.org/officeDocument/2006/relationships/slide" Target="slide2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slide" Target="slide18.xml"/><Relationship Id="rId10" Type="http://schemas.openxmlformats.org/officeDocument/2006/relationships/slide" Target="slide34.xml"/><Relationship Id="rId4" Type="http://schemas.openxmlformats.org/officeDocument/2006/relationships/slide" Target="slide11.xml"/><Relationship Id="rId9" Type="http://schemas.openxmlformats.org/officeDocument/2006/relationships/slide" Target="slide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tives-h.schools.nsw.gov.au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Dive Deeper into</a:t>
            </a:r>
            <a:b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Japanese Language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 </a:t>
            </a:r>
            <a:r>
              <a:rPr lang="en-GB" sz="3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-Particle '</a:t>
            </a:r>
            <a:r>
              <a:rPr lang="ja-JP" altLang="en-US" sz="3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で</a:t>
            </a:r>
            <a:r>
              <a:rPr lang="en-US" altLang="ja-JP" sz="3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'(/</a:t>
            </a:r>
            <a:r>
              <a:rPr lang="en-GB" sz="3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de/)-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F05E3316-6090-3F18-42CA-4342AED8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94D6CD88-BD22-7C4A-7749-B29AF630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71DE4-B2B2-B656-B997-EF364FD24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A99B9742-370C-2174-04A5-4DCAB20FA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62B68A2E-DCD8-6ACD-E0E0-D174040A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9ED051E0-5F38-B6A3-D272-14E023870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D3D173B-9FE7-CDED-DEFC-CD250D69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CA2B4F21-A306-BB46-3046-61B6737CC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F2144B-610A-BF12-85C4-B6A9F75A7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912899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357239-58EA-2ABB-5DA2-90A9A313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4F298C1-7183-9A52-0FBC-C5A1A364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F7F545DC-5992-9D80-7443-485E62B8B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696266-52B3-4A47-5675-6AD6C857E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973313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999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3009F6FB-E885-6B07-B9FB-C62DF5BB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7CCB782C-2A7E-554D-4BC8-BD7ACE95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F908638B-F115-782F-8F47-76A715997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The Main Theme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Prologue -</a:t>
            </a:r>
            <a:r>
              <a:rPr lang="ja-JP" altLang="en-US" sz="2400" dirty="0">
                <a:sym typeface="Arial"/>
                <a:hlinkClick r:id="rId4" action="ppaction://hlinksldjump"/>
              </a:rPr>
              <a:t>で </a:t>
            </a:r>
            <a:r>
              <a:rPr lang="en-GB" altLang="ja-JP" sz="2400" dirty="0">
                <a:sym typeface="Arial"/>
                <a:hlinkClick r:id="rId4" action="ppaction://hlinksldjump"/>
              </a:rPr>
              <a:t>of </a:t>
            </a:r>
            <a:r>
              <a:rPr lang="ja-JP" altLang="en-US" sz="2400" dirty="0">
                <a:sym typeface="Arial"/>
                <a:hlinkClick r:id="rId4" action="ppaction://hlinksldjump"/>
              </a:rPr>
              <a:t>みんなで</a:t>
            </a:r>
            <a:r>
              <a:rPr lang="en-US" altLang="ja-JP" sz="2400" dirty="0">
                <a:sym typeface="Arial"/>
                <a:hlinkClick r:id="rId4" action="ppaction://hlinksldjump"/>
              </a:rPr>
              <a:t>-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Cognitive Linguistical Analysis 1 -Spatial Functions-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Cognitive Linguistical Analysis 2 -Role Functions-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True Identity of </a:t>
            </a:r>
            <a:r>
              <a:rPr lang="ja-JP" altLang="en-US" sz="2400" dirty="0">
                <a:sym typeface="Arial"/>
                <a:hlinkClick r:id="rId7" action="ppaction://hlinksldjump"/>
              </a:rPr>
              <a:t>で </a:t>
            </a:r>
            <a:r>
              <a:rPr lang="en-GB" altLang="ja-JP" sz="2400" dirty="0">
                <a:sym typeface="Arial"/>
                <a:hlinkClick r:id="rId7" action="ppaction://hlinksldjump"/>
              </a:rPr>
              <a:t>of </a:t>
            </a:r>
            <a:r>
              <a:rPr lang="ja-JP" altLang="en-US" sz="2400" dirty="0">
                <a:sym typeface="Arial"/>
                <a:hlinkClick r:id="rId7" action="ppaction://hlinksldjump"/>
              </a:rPr>
              <a:t>みんなで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8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9" action="ppaction://hlinksldjump"/>
              </a:rPr>
              <a:t>Epilogue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10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The Main Theme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The Main Theme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2384" marR="5080" lvl="0" indent="0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lang="en-GB" sz="28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8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grammatically</a:t>
            </a:r>
            <a:r>
              <a:rPr kumimoji="0" lang="en-GB" sz="28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analyse</a:t>
            </a:r>
            <a:r>
              <a:rPr kumimoji="0" lang="en-GB" sz="28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8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</a:t>
            </a:r>
            <a:r>
              <a:rPr kumimoji="0" lang="en-GB" sz="28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particle,</a:t>
            </a:r>
            <a:r>
              <a:rPr kumimoji="0" lang="en-GB" sz="28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8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turned</a:t>
            </a:r>
            <a:r>
              <a:rPr kumimoji="0" lang="en-GB" sz="28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</a:t>
            </a:r>
            <a:r>
              <a:rPr kumimoji="0" lang="en-GB" sz="28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8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800" b="0" i="0" u="none" strike="noStrike" kern="0" cap="none" spc="-6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</a:t>
            </a:r>
            <a:r>
              <a:rPr kumimoji="0" lang="en-GB" sz="28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lot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difficult</a:t>
            </a:r>
            <a:r>
              <a:rPr kumimoji="0" lang="en-GB" sz="28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</a:t>
            </a:r>
            <a:r>
              <a:rPr kumimoji="0" lang="en-GB" sz="28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8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grammar.</a:t>
            </a:r>
          </a:p>
          <a:p>
            <a:pPr marL="32384" marR="657225" lvl="0" indent="0" defTabSz="914400" eaLnBrk="1" fontAlgn="auto" latinLnBrk="0" hangingPunct="1">
              <a:lnSpc>
                <a:spcPts val="302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8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</a:t>
            </a:r>
            <a:r>
              <a:rPr kumimoji="0" lang="en-GB" sz="2800" b="0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8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profound</a:t>
            </a:r>
            <a:r>
              <a:rPr kumimoji="0" lang="en-GB" sz="2800" b="0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8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8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8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</a:t>
            </a:r>
            <a:r>
              <a:rPr kumimoji="0" lang="en-GB" sz="2800" b="0" i="0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2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easy</a:t>
            </a:r>
            <a:r>
              <a:rPr kumimoji="0" lang="en-GB" sz="28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description</a:t>
            </a:r>
            <a:r>
              <a:rPr kumimoji="0" lang="en-GB" sz="2800" b="0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2800" b="0" i="0" u="none" strike="noStrike" kern="0" cap="none" spc="-6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possible.</a:t>
            </a: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Prologue -</a:t>
            </a:r>
            <a:r>
              <a:rPr lang="ja-JP" altLang="en-US" b="1" dirty="0">
                <a:latin typeface="Calibri (Headings)"/>
                <a:sym typeface="Arial"/>
              </a:rPr>
              <a:t>で </a:t>
            </a:r>
            <a:r>
              <a:rPr lang="en-GB" altLang="ja-JP" b="1" dirty="0">
                <a:latin typeface="Calibri (Headings)"/>
                <a:sym typeface="Arial"/>
              </a:rPr>
              <a:t>of </a:t>
            </a:r>
            <a:r>
              <a:rPr lang="ja-JP" altLang="en-US" b="1" dirty="0">
                <a:latin typeface="Calibri (Headings)"/>
                <a:sym typeface="Arial"/>
              </a:rPr>
              <a:t>みんなで</a:t>
            </a:r>
            <a:r>
              <a:rPr lang="en-US" altLang="ja-JP" b="1" dirty="0">
                <a:latin typeface="Calibri (Headings)"/>
                <a:sym typeface="Arial"/>
              </a:rPr>
              <a:t>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Prologue -</a:t>
            </a:r>
            <a:r>
              <a:rPr lang="ja-JP" altLang="en-US" b="1" dirty="0">
                <a:latin typeface="Calibri (Headings)"/>
                <a:sym typeface="Arial"/>
              </a:rPr>
              <a:t>で </a:t>
            </a:r>
            <a:r>
              <a:rPr lang="en-GB" altLang="ja-JP" b="1" dirty="0">
                <a:latin typeface="Calibri (Headings)"/>
                <a:sym typeface="Arial"/>
              </a:rPr>
              <a:t>of </a:t>
            </a:r>
            <a:r>
              <a:rPr lang="ja-JP" altLang="en-US" b="1" dirty="0">
                <a:latin typeface="Calibri (Headings)"/>
                <a:sym typeface="Arial"/>
              </a:rPr>
              <a:t>みんなで</a:t>
            </a:r>
            <a:r>
              <a:rPr lang="en-US" altLang="ja-JP" b="1" dirty="0">
                <a:latin typeface="Calibri (Headings)"/>
                <a:sym typeface="Arial"/>
              </a:rPr>
              <a:t>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worked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assistant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teacher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St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Ives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High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School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NSW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February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2015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month.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day,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ask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54000" lvl="0" indent="0" algn="l" defTabSz="914400" rtl="0" eaLnBrk="1" fontAlgn="auto" latinLnBrk="0" hangingPunct="1">
              <a:lnSpc>
                <a:spcPct val="87300"/>
              </a:lnSpc>
              <a:spcBef>
                <a:spcPts val="1730"/>
              </a:spcBef>
              <a:spcAft>
                <a:spcPts val="0"/>
              </a:spcAft>
              <a:buClrTx/>
              <a:buSzTx/>
              <a:buFontTx/>
              <a:buNone/>
              <a:tabLst>
                <a:tab pos="5560695" algn="l"/>
                <a:tab pos="8694420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I'd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ask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Japanese</a:t>
            </a:r>
            <a:r>
              <a:rPr kumimoji="0" lang="en-GB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particle.	If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1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say,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"I will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pick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 at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airport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everyone</a:t>
            </a:r>
            <a:r>
              <a:rPr kumimoji="0" lang="en-GB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tomorrow."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Japanese,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it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supposed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1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明日空港にみ んなであなたを迎えに行きま</a:t>
            </a:r>
            <a:r>
              <a:rPr kumimoji="0" lang="ja-JP" altLang="en-US" sz="25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</a:t>
            </a:r>
            <a:r>
              <a:rPr kumimoji="0" lang="en-US" altLang="ja-JP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ja-JP" altLang="en-US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don't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lang="en-GB" sz="24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en-US" altLang="ja-JP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ja-JP" altLang="en-US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instead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lang="en-GB" sz="24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4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though</a:t>
            </a:r>
            <a:r>
              <a:rPr kumimoji="0" lang="en-GB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みんな</a:t>
            </a:r>
            <a:r>
              <a:rPr kumimoji="0" lang="ja-JP" altLang="en-US" sz="25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seems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sentence.	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 </a:t>
            </a:r>
            <a:r>
              <a:rPr kumimoji="0" lang="en-GB" sz="2400" b="0" i="1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explain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why?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Prologue -</a:t>
            </a:r>
            <a:r>
              <a:rPr lang="ja-JP" altLang="en-US" b="1" dirty="0">
                <a:latin typeface="Calibri (Headings)"/>
                <a:sym typeface="Arial"/>
              </a:rPr>
              <a:t>で </a:t>
            </a:r>
            <a:r>
              <a:rPr lang="en-GB" altLang="ja-JP" b="1" dirty="0">
                <a:latin typeface="Calibri (Headings)"/>
                <a:sym typeface="Arial"/>
              </a:rPr>
              <a:t>of </a:t>
            </a:r>
            <a:r>
              <a:rPr lang="ja-JP" altLang="en-US" b="1" dirty="0">
                <a:latin typeface="Calibri (Headings)"/>
                <a:sym typeface="Arial"/>
              </a:rPr>
              <a:t>みんなで</a:t>
            </a:r>
            <a:r>
              <a:rPr lang="en-US" altLang="ja-JP" b="1" dirty="0">
                <a:latin typeface="Calibri (Headings)"/>
                <a:sym typeface="Arial"/>
              </a:rPr>
              <a:t>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Summary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the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Provided</a:t>
            </a:r>
            <a:r>
              <a:rPr kumimoji="0" lang="en-GB" sz="28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Question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829944" lvl="0" indent="-268605" algn="l" defTabSz="914400" rtl="0" eaLnBrk="1" fontAlgn="auto" latinLnBrk="0" hangingPunct="1">
              <a:lnSpc>
                <a:spcPts val="2620"/>
              </a:lnSpc>
              <a:spcBef>
                <a:spcPts val="1030"/>
              </a:spcBef>
              <a:spcAft>
                <a:spcPts val="0"/>
              </a:spcAft>
              <a:buClrTx/>
              <a:buSzPct val="96000"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みん</a:t>
            </a:r>
            <a:r>
              <a:rPr kumimoji="0" lang="ja-JP" altLang="en-US" sz="25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en-US" altLang="ja-JP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yon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e)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the ac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迎えに行く</a:t>
            </a:r>
            <a:r>
              <a:rPr kumimoji="0" lang="en-US" altLang="ja-JP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pic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</a:t>
            </a:r>
            <a:r>
              <a:rPr kumimoji="0" lang="en-GB" sz="24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みんな</a:t>
            </a:r>
            <a:r>
              <a:rPr kumimoji="0" lang="ja-JP" altLang="en-US" sz="25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supposed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 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sentence.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5080" lvl="0" indent="-268605" algn="l" defTabSz="914400" rtl="0" eaLnBrk="1" fontAlgn="auto" latinLnBrk="0" hangingPunct="1">
              <a:lnSpc>
                <a:spcPct val="88100"/>
              </a:lnSpc>
              <a:spcBef>
                <a:spcPts val="9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Notwithstanding,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actual subject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absent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original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sentence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みんな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plays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modifier.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 it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followed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</a:t>
            </a:r>
            <a:r>
              <a:rPr kumimoji="0" lang="en-US" altLang="ja-JP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topic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marker)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 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marker).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3579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Prologue -</a:t>
            </a:r>
            <a:r>
              <a:rPr lang="ja-JP" altLang="en-US" b="1" dirty="0">
                <a:latin typeface="Calibri (Headings)"/>
                <a:sym typeface="Arial"/>
              </a:rPr>
              <a:t>で </a:t>
            </a:r>
            <a:r>
              <a:rPr lang="en-GB" altLang="ja-JP" b="1" dirty="0">
                <a:latin typeface="Calibri (Headings)"/>
                <a:sym typeface="Arial"/>
              </a:rPr>
              <a:t>of </a:t>
            </a:r>
            <a:r>
              <a:rPr lang="ja-JP" altLang="en-US" b="1" dirty="0">
                <a:latin typeface="Calibri (Headings)"/>
                <a:sym typeface="Arial"/>
              </a:rPr>
              <a:t>みんなで</a:t>
            </a:r>
            <a:r>
              <a:rPr lang="en-US" altLang="ja-JP" b="1" dirty="0">
                <a:latin typeface="Calibri (Headings)"/>
                <a:sym typeface="Arial"/>
              </a:rPr>
              <a:t>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thought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question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mark,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answer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all.</a:t>
            </a: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assistant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teacher,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ashamed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ignorance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response.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990465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I'm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sorry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but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I'm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sure</a:t>
            </a:r>
            <a:r>
              <a:rPr kumimoji="0" lang="en-GB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details.	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I'm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afraid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because of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collocation.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6112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Prologue -</a:t>
            </a:r>
            <a:r>
              <a:rPr lang="ja-JP" altLang="en-US" b="1" dirty="0">
                <a:latin typeface="Calibri (Headings)"/>
                <a:sym typeface="Arial"/>
              </a:rPr>
              <a:t>で </a:t>
            </a:r>
            <a:r>
              <a:rPr lang="en-GB" altLang="ja-JP" b="1" dirty="0">
                <a:latin typeface="Calibri (Headings)"/>
                <a:sym typeface="Arial"/>
              </a:rPr>
              <a:t>of </a:t>
            </a:r>
            <a:r>
              <a:rPr lang="ja-JP" altLang="en-US" b="1" dirty="0">
                <a:latin typeface="Calibri (Headings)"/>
                <a:sym typeface="Arial"/>
              </a:rPr>
              <a:t>みんなで</a:t>
            </a:r>
            <a:r>
              <a:rPr lang="en-US" altLang="ja-JP" b="1" dirty="0">
                <a:latin typeface="Calibri (Headings)"/>
                <a:sym typeface="Arial"/>
              </a:rPr>
              <a:t>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485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soon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returned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home,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looked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</a:t>
            </a:r>
            <a:r>
              <a:rPr kumimoji="0" lang="en-GB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3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5th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version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Kojien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Dictionary,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showed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definitions.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Occasion</a:t>
            </a:r>
            <a:r>
              <a:rPr kumimoji="0" lang="en-GB" sz="2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action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taken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Means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Way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Material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Reason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Cause</a:t>
            </a: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Scene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Status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Qualification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Affair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Condition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Period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Range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Standard</a:t>
            </a:r>
            <a:r>
              <a:rPr kumimoji="0" lang="en-GB" sz="22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distribution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1721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Prologue -</a:t>
            </a:r>
            <a:r>
              <a:rPr lang="ja-JP" altLang="en-US" b="1" dirty="0">
                <a:latin typeface="Calibri (Headings)"/>
                <a:sym typeface="Arial"/>
              </a:rPr>
              <a:t>で </a:t>
            </a:r>
            <a:r>
              <a:rPr lang="en-GB" altLang="ja-JP" b="1" dirty="0">
                <a:latin typeface="Calibri (Headings)"/>
                <a:sym typeface="Arial"/>
              </a:rPr>
              <a:t>of </a:t>
            </a:r>
            <a:r>
              <a:rPr lang="ja-JP" altLang="en-US" b="1" dirty="0">
                <a:latin typeface="Calibri (Headings)"/>
                <a:sym typeface="Arial"/>
              </a:rPr>
              <a:t>みんなで</a:t>
            </a:r>
            <a:r>
              <a:rPr lang="en-US" altLang="ja-JP" b="1" dirty="0">
                <a:latin typeface="Calibri (Headings)"/>
                <a:sym typeface="Arial"/>
              </a:rPr>
              <a:t>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000" b="1" i="0" u="none" strike="noStrike" kern="1200" cap="none" spc="-1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4000" b="1" spc="-15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000" b="1" i="0" u="none" strike="noStrike" kern="1200" cap="none" spc="-1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There</a:t>
            </a:r>
            <a:r>
              <a:rPr kumimoji="0" lang="en-GB" sz="4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40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4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 </a:t>
            </a:r>
            <a:r>
              <a:rPr kumimoji="0" lang="en-GB" sz="4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ANSWER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4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40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4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looking</a:t>
            </a:r>
            <a:r>
              <a:rPr kumimoji="0" lang="en-GB" sz="40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40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for!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7989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Prologue -</a:t>
            </a:r>
            <a:r>
              <a:rPr lang="ja-JP" altLang="en-US" b="1" dirty="0">
                <a:latin typeface="Calibri (Headings)"/>
                <a:sym typeface="Arial"/>
              </a:rPr>
              <a:t>で </a:t>
            </a:r>
            <a:r>
              <a:rPr lang="en-GB" altLang="ja-JP" b="1" dirty="0">
                <a:latin typeface="Calibri (Headings)"/>
                <a:sym typeface="Arial"/>
              </a:rPr>
              <a:t>of </a:t>
            </a:r>
            <a:r>
              <a:rPr lang="ja-JP" altLang="en-US" b="1" dirty="0">
                <a:latin typeface="Calibri (Headings)"/>
                <a:sym typeface="Arial"/>
              </a:rPr>
              <a:t>みんなで</a:t>
            </a:r>
            <a:r>
              <a:rPr lang="en-US" altLang="ja-JP" b="1" dirty="0">
                <a:latin typeface="Calibri (Headings)"/>
                <a:sym typeface="Arial"/>
              </a:rPr>
              <a:t>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After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all,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brought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question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home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country.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082040" lvl="0" indent="0" algn="just" defTabSz="914400" rtl="0" eaLnBrk="1" fontAlgn="auto" latinLnBrk="0" hangingPunct="1">
              <a:lnSpc>
                <a:spcPct val="88100"/>
              </a:lnSpc>
              <a:spcBef>
                <a:spcPts val="10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returned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university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took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 linguistics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 in the autumn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semester,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submitted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 paper whose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1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Grammatical Structure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Particle</a:t>
            </a:r>
            <a:r>
              <a:rPr kumimoji="0" lang="en-GB" sz="2400" b="0" i="1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made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profound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riddle and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credit.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happy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may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share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as clear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explanations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what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learned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possible.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3572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3600" b="1" dirty="0">
                <a:latin typeface="Calibri (Headings)"/>
              </a:rPr>
              <a:t>3. Cognitive Linguistical Analysis 1 -Spatial Functions-</a:t>
            </a:r>
            <a:endParaRPr lang="en-GB" sz="3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Cognitive Linguistical Analysis 1 -Spatial Functions-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3-1.</a:t>
            </a:r>
            <a:r>
              <a:rPr kumimoji="0" lang="en-GB" sz="28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&lt;Place</a:t>
            </a:r>
            <a:r>
              <a:rPr kumimoji="0" lang="en-GB" sz="2800" b="1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Abstraction&gt;</a:t>
            </a:r>
            <a:r>
              <a:rPr kumimoji="0" lang="en-GB" sz="28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8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Occasion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10209" marR="0" lvl="0" indent="-398145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Pct val="116666"/>
              <a:buFont typeface="Wingdings"/>
              <a:buChar char=""/>
              <a:tabLst>
                <a:tab pos="410845" algn="l"/>
              </a:tabLst>
              <a:defRPr/>
            </a:pP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057910" lvl="0" indent="0" algn="l" defTabSz="914400" rtl="0" eaLnBrk="1" fontAlgn="auto" latinLnBrk="0" hangingPunct="1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200</a:t>
            </a:r>
            <a:r>
              <a:rPr kumimoji="0" lang="en-GB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年のオリンピックはアテネ</a:t>
            </a:r>
            <a:r>
              <a:rPr kumimoji="0" lang="ja-JP" altLang="en-US" sz="2300" b="1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3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開かれた。</a:t>
            </a:r>
            <a:endParaRPr kumimoji="0" lang="en-GB" altLang="ja-JP" sz="2300" b="0" i="0" u="none" strike="noStrike" kern="1200" cap="none" spc="-8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1057910" lvl="0" indent="0" algn="l" defTabSz="914400" rtl="0" eaLnBrk="1" fontAlgn="auto" latinLnBrk="0" hangingPunct="1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2004</a:t>
            </a:r>
            <a:r>
              <a:rPr kumimoji="0" lang="en-GB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Olympic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Games</a:t>
            </a:r>
            <a:r>
              <a:rPr kumimoji="0" lang="en-GB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were</a:t>
            </a:r>
            <a:r>
              <a:rPr kumimoji="0" lang="en-GB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held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</a:t>
            </a:r>
            <a:r>
              <a:rPr kumimoji="0" lang="en-GB" sz="22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Athens.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visible</a:t>
            </a:r>
            <a:r>
              <a:rPr kumimoji="0" lang="en-GB" sz="20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Athens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2425" marR="0" lvl="0" indent="-340360" algn="l" defTabSz="9144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353060" algn="l"/>
              </a:tabLst>
              <a:defRPr/>
            </a:pP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Occasion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彼は自然に恵まれた環</a:t>
            </a:r>
            <a:r>
              <a:rPr kumimoji="0" lang="ja-JP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境</a:t>
            </a:r>
            <a:r>
              <a:rPr kumimoji="0" lang="ja-JP" altLang="en-US" sz="2300" b="1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育った。</a:t>
            </a:r>
            <a:endParaRPr kumimoji="0" lang="ja-JP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r>
              <a:rPr kumimoji="0" lang="en-GB" sz="22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 raised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region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richly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endowed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with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nature.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invisible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</a:t>
            </a:r>
            <a:r>
              <a:rPr kumimoji="0" lang="en-GB" sz="20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nature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Cognitive Linguistical Analysis 1 -Spatial Functions-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2384" marR="0" lvl="0" indent="0" defTabSz="91440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3-2.</a:t>
            </a:r>
            <a:r>
              <a:rPr kumimoji="0" lang="en-GB" sz="2800" b="1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800" b="1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8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&lt;Focus</a:t>
            </a:r>
            <a:r>
              <a:rPr kumimoji="0" lang="en-GB" sz="2800" b="1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</a:t>
            </a:r>
            <a:r>
              <a:rPr kumimoji="0" lang="en-GB" sz="2800" b="1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800" b="1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Subjection</a:t>
            </a:r>
            <a:r>
              <a:rPr kumimoji="0" lang="en-GB" sz="2800" b="1" i="0" u="none" strike="noStrike" kern="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Action&gt;</a:t>
            </a:r>
            <a:r>
              <a:rPr kumimoji="0" lang="en-GB" sz="28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8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</a:t>
            </a:r>
          </a:p>
          <a:p>
            <a:pPr marL="32384" marR="0" lvl="0" indent="0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8580" algn="l"/>
              </a:tabLst>
              <a:defRPr/>
            </a:pPr>
            <a:r>
              <a:rPr kumimoji="0" lang="ja-JP" altLang="en-US" sz="25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彼はこのクラス</a:t>
            </a:r>
            <a:r>
              <a:rPr kumimoji="0" lang="ja-JP" altLang="en-US" sz="25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	</a:t>
            </a:r>
            <a:r>
              <a:rPr kumimoji="0" lang="en-US" altLang="ja-JP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lang="ja-JP" altLang="en-US" sz="2400" b="0" i="1" u="none" strike="noStrike" kern="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番背が高い。</a:t>
            </a:r>
            <a:endParaRPr kumimoji="0" lang="ja-JP" altLang="en-US" sz="2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32384" marR="0" lvl="0" indent="0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tallest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(of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students)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00355" marR="0" lvl="0" indent="-268605" defTabSz="914400" eaLnBrk="1" fontAlgn="auto" latinLnBrk="0" hangingPunct="1">
              <a:lnSpc>
                <a:spcPts val="251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00990" algn="l"/>
                <a:tab pos="301625" algn="l"/>
              </a:tabLst>
              <a:defRPr/>
            </a:pP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concreate</a:t>
            </a:r>
            <a:r>
              <a:rPr kumimoji="0" lang="en-GB" sz="2200" b="1" i="0" u="none" strike="noStrike" kern="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200" b="1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 </a:t>
            </a:r>
            <a:r>
              <a:rPr kumimoji="0" lang="en-GB" sz="22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</a:t>
            </a:r>
            <a:r>
              <a:rPr kumimoji="0" lang="en-GB" sz="22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2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been</a:t>
            </a:r>
            <a:r>
              <a:rPr kumimoji="0" lang="en-GB" sz="22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transformed</a:t>
            </a:r>
            <a:r>
              <a:rPr kumimoji="0" lang="en-GB" sz="22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usage</a:t>
            </a:r>
            <a:r>
              <a:rPr kumimoji="0" lang="en-GB" sz="22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limitation</a:t>
            </a:r>
            <a:r>
              <a:rPr kumimoji="0" lang="en-GB" sz="2200" b="1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1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endParaRPr kumimoji="0" lang="en-GB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00355" marR="0" lvl="0" indent="0" defTabSz="914400" eaLnBrk="1" fontAlgn="auto" latinLnBrk="0" hangingPunct="1">
              <a:lnSpc>
                <a:spcPts val="25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subjective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</a:t>
            </a:r>
            <a:r>
              <a:rPr kumimoji="0" lang="en-GB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00355" marR="0" lvl="0" indent="-268605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00990" algn="l"/>
                <a:tab pos="301625" algn="l"/>
              </a:tabLst>
              <a:defRPr/>
            </a:pP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usage</a:t>
            </a:r>
            <a:r>
              <a:rPr kumimoji="0" lang="en-GB" sz="22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2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finally</a:t>
            </a:r>
            <a:r>
              <a:rPr kumimoji="0" lang="en-GB" sz="22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expanded</a:t>
            </a:r>
            <a:r>
              <a:rPr kumimoji="0" lang="en-GB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objective</a:t>
            </a:r>
            <a:r>
              <a:rPr kumimoji="0" lang="en-GB" sz="2200" b="1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</a:t>
            </a:r>
            <a:r>
              <a:rPr kumimoji="0" lang="en-GB" sz="2200" b="1" i="0" u="none" strike="noStrike" kern="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</a:t>
            </a:r>
            <a:r>
              <a:rPr kumimoji="0" lang="en-GB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2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r>
              <a:rPr kumimoji="0" lang="en-GB" sz="2200" b="0" i="1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searched</a:t>
            </a:r>
            <a:r>
              <a:rPr kumimoji="0" lang="en-GB" sz="22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for.</a:t>
            </a:r>
            <a:endParaRPr kumimoji="0" lang="en-GB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3267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Cognitive Linguistical Analysis 1 -Spatial Functions-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3-3.</a:t>
            </a:r>
            <a:r>
              <a:rPr kumimoji="0" lang="en-GB" sz="28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8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&lt;Backgrounding</a:t>
            </a:r>
            <a:r>
              <a:rPr kumimoji="0" lang="en-GB" sz="28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Place&gt;</a:t>
            </a:r>
            <a:r>
              <a:rPr kumimoji="0" lang="en-GB" sz="28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その事件は警察</a:t>
            </a:r>
            <a:r>
              <a:rPr kumimoji="0" lang="ja-JP" altLang="en-US" sz="2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調べている。</a:t>
            </a:r>
            <a:endParaRPr kumimoji="0" lang="ja-JP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being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examined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police.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51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Police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group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police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officers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it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turned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backgrounding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0" algn="l" defTabSz="914400" rtl="0" eaLnBrk="1" fontAlgn="auto" latinLnBrk="0" hangingPunct="1">
              <a:lnSpc>
                <a:spcPts val="25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finally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been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transformed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2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2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</a:t>
            </a:r>
            <a:r>
              <a:rPr kumimoji="0" lang="en-GB" sz="2200" b="1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police</a:t>
            </a:r>
            <a:r>
              <a:rPr kumimoji="0" lang="en-GB" sz="2200" b="1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closely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concerned.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Subject(the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case)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≠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Actor(the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police)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9205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Cognitive Linguistical Analysis 1 -Spatial Functions-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3-4.</a:t>
            </a:r>
            <a:r>
              <a:rPr kumimoji="0" lang="en-GB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Place</a:t>
            </a: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→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&lt;Metaphor&gt;</a:t>
            </a:r>
            <a:r>
              <a:rPr kumimoji="0" lang="en-GB" sz="26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&lt;Focus </a:t>
            </a: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 </a:t>
            </a: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Scope&gt;→</a:t>
            </a:r>
            <a:r>
              <a:rPr kumimoji="0" lang="en-GB" sz="26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Limitation</a:t>
            </a: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lang="en-GB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Timing</a:t>
            </a: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97815" marR="0" lvl="0" indent="-285750" algn="l" defTabSz="914400" rtl="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Tx/>
              <a:buSzPct val="80000"/>
              <a:buFont typeface="Wingdings"/>
              <a:buChar char=""/>
              <a:tabLst>
                <a:tab pos="298450" algn="l"/>
              </a:tabLst>
              <a:defRPr/>
            </a:pP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食事の</a:t>
            </a:r>
            <a:r>
              <a:rPr kumimoji="0" lang="ja-JP" altLang="en-US" sz="25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後</a:t>
            </a:r>
            <a:r>
              <a:rPr kumimoji="0" lang="ja-JP" altLang="en-US" sz="2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勉強する。</a:t>
            </a:r>
            <a:r>
              <a:rPr kumimoji="0" lang="en-US" altLang="ja-JP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study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after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meal.)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After</a:t>
            </a:r>
            <a:r>
              <a:rPr kumimoji="0" lang="en-GB" sz="22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meal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changed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space 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2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51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usage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space</a:t>
            </a:r>
            <a:r>
              <a:rPr kumimoji="0" lang="en-GB" sz="22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scene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2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action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taken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lays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0" algn="l" defTabSz="914400" rtl="0" eaLnBrk="1" fontAlgn="auto" latinLnBrk="0" hangingPunct="1">
              <a:lnSpc>
                <a:spcPts val="25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emphasis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limitation</a:t>
            </a:r>
            <a:r>
              <a:rPr kumimoji="0" lang="en-GB" sz="22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</a:t>
            </a:r>
            <a:r>
              <a:rPr kumimoji="0" lang="en-GB" sz="2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2425" marR="0" lvl="0" indent="-340360" algn="l" defTabSz="914400" rtl="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353060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食事の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後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勉強する。</a:t>
            </a:r>
            <a:r>
              <a:rPr kumimoji="0" lang="en-US" altLang="ja-JP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4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study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after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meal.)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also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limitation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timing,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does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mention</a:t>
            </a:r>
            <a:r>
              <a:rPr kumimoji="0" lang="en-GB" sz="22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the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 hand,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300" b="0" i="0" u="none" strike="noStrike" kern="1200" cap="none" spc="3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 a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specific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usage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limitation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space.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9241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kumimoji="0" lang="en-GB" altLang="ja-JP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4. Cognitive Linguistical Analysis 2 -Role Functions-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2852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4. Cognitive Linguistical Analysis 2 -Role Functions-</a:t>
            </a:r>
            <a:endParaRPr lang="en-GB" sz="3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3195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4-1.</a:t>
            </a:r>
            <a:r>
              <a:rPr kumimoji="0" lang="en-GB" sz="28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800" b="1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&lt;Role</a:t>
            </a:r>
            <a:r>
              <a:rPr kumimoji="0" lang="en-GB" sz="28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Background&gt;</a:t>
            </a:r>
            <a:r>
              <a:rPr kumimoji="0" lang="en-GB" sz="2800" b="1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8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&lt;Internalised</a:t>
            </a:r>
            <a:r>
              <a:rPr kumimoji="0" lang="en-GB" sz="28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Tools</a:t>
            </a:r>
            <a:r>
              <a:rPr kumimoji="0" lang="en-GB" sz="2800" b="1" i="0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800" b="1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Means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800" b="1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37540" marR="0" lvl="0" indent="0" algn="l" defTabSz="914400" rtl="0" eaLnBrk="1" fontAlgn="auto" latinLnBrk="0" hangingPunct="1">
              <a:lnSpc>
                <a:spcPts val="31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Material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Component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2425" marR="0" lvl="0" indent="-340360" algn="l" defTabSz="914400" rtl="0" eaLnBrk="1" fontAlgn="auto" latinLnBrk="0" hangingPunct="1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353060" algn="l"/>
              </a:tabLst>
              <a:defRPr/>
            </a:pPr>
            <a:r>
              <a:rPr kumimoji="0" lang="en-GB" sz="2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Tools</a:t>
            </a:r>
            <a:r>
              <a:rPr kumimoji="0" lang="en-GB" sz="240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日本人は箸</a:t>
            </a:r>
            <a:r>
              <a:rPr kumimoji="0" lang="ja-JP" altLang="en-US" sz="2300" b="1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3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食事をする。</a:t>
            </a:r>
            <a:endParaRPr kumimoji="0" lang="ja-JP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 people (usually)</a:t>
            </a:r>
            <a:r>
              <a:rPr kumimoji="0" lang="en-GB" sz="22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meal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chopsticks.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represents</a:t>
            </a:r>
            <a:r>
              <a:rPr kumimoji="0" lang="en-GB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concrete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individual</a:t>
            </a:r>
            <a:r>
              <a:rPr kumimoji="0" lang="en-GB" sz="20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pressure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352425" marR="0" lvl="0" indent="-340360" algn="l" defTabSz="9144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353060" algn="l"/>
              </a:tabLst>
              <a:defRPr/>
            </a:pP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Material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Component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この机は木</a:t>
            </a:r>
            <a:r>
              <a:rPr kumimoji="0" lang="ja-JP" altLang="en-US" sz="2300" b="1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できている。</a:t>
            </a:r>
            <a:endParaRPr kumimoji="0" lang="ja-JP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22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desk</a:t>
            </a:r>
            <a:r>
              <a:rPr kumimoji="0" lang="en-GB" sz="22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made</a:t>
            </a:r>
            <a:r>
              <a:rPr kumimoji="0" lang="en-GB" sz="22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wood.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represents</a:t>
            </a:r>
            <a:r>
              <a:rPr kumimoji="0" lang="en-GB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inclusive</a:t>
            </a:r>
            <a:r>
              <a:rPr kumimoji="0" lang="en-GB" sz="20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which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less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individual</a:t>
            </a:r>
            <a:r>
              <a:rPr kumimoji="0" lang="en-GB" sz="20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</a:t>
            </a:r>
            <a:r>
              <a:rPr kumimoji="0" lang="en-GB" sz="20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0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else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8715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4. Cognitive Linguistical Analysis 2 -Role Functions-</a:t>
            </a:r>
            <a:endParaRPr lang="en-GB" sz="3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4-2.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&lt;Active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Backgrounding&gt;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Cause</a:t>
            </a:r>
            <a:r>
              <a:rPr kumimoji="0" lang="en-GB" sz="20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Reason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000" b="1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Argument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000" b="1" i="0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Purpose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000" b="1" i="0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Component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241300" algn="l"/>
              </a:tabLst>
              <a:defRPr/>
            </a:pP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Cause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病気</a:t>
            </a:r>
            <a:r>
              <a:rPr kumimoji="0" lang="ja-JP" altLang="en-US" sz="14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学校を休む。</a:t>
            </a:r>
            <a:r>
              <a:rPr kumimoji="0" lang="en-US" altLang="ja-JP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1400" b="0" i="1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absent from</a:t>
            </a:r>
            <a:r>
              <a:rPr kumimoji="0" lang="en-GB" sz="1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school</a:t>
            </a:r>
            <a:r>
              <a:rPr kumimoji="0" lang="en-GB" sz="1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illness.)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3675" marR="0" lvl="0" indent="-181610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  <a:tab pos="194310" algn="l"/>
              </a:tabLst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relation</a:t>
            </a:r>
            <a:r>
              <a:rPr kumimoji="0" lang="en-GB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cause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lang="en-GB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1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</a:t>
            </a:r>
            <a:r>
              <a:rPr kumimoji="0" lang="en-GB" sz="12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objective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241300" algn="l"/>
              </a:tabLst>
              <a:defRPr/>
            </a:pP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Reason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そういう点</a:t>
            </a:r>
            <a:r>
              <a:rPr kumimoji="0" lang="ja-JP" altLang="en-US" sz="14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面白いと</a:t>
            </a:r>
            <a:r>
              <a:rPr kumimoji="0" lang="ja-JP" altLang="en-US" sz="145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思</a:t>
            </a: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う。</a:t>
            </a:r>
            <a:r>
              <a:rPr kumimoji="0" lang="en-US" altLang="ja-JP" sz="1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1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14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1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interesting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the sense.)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241300" algn="l"/>
              </a:tabLst>
              <a:defRPr/>
            </a:pPr>
            <a:r>
              <a:rPr kumimoji="0" lang="en-GB" sz="1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Argument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試験の結果</a:t>
            </a:r>
            <a:r>
              <a:rPr kumimoji="0" lang="ja-JP" altLang="en-US" sz="14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判断する</a:t>
            </a:r>
            <a:r>
              <a:rPr kumimoji="0" lang="ja-JP" altLang="en-US" sz="145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  <a:r>
              <a:rPr kumimoji="0" lang="en-US" altLang="ja-JP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1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judge</a:t>
            </a:r>
            <a:r>
              <a:rPr kumimoji="0" lang="en-GB" sz="14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1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lang="en-GB" sz="1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examination.)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241300" algn="l"/>
              </a:tabLst>
              <a:defRPr/>
            </a:pP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Purpose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出張</a:t>
            </a:r>
            <a:r>
              <a:rPr kumimoji="0" lang="ja-JP" altLang="en-US" sz="14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大阪へ行ってき</a:t>
            </a:r>
            <a:r>
              <a:rPr kumimoji="0" lang="ja-JP" altLang="en-US" sz="145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た</a:t>
            </a: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  <a:r>
              <a:rPr kumimoji="0" lang="en-US" altLang="ja-JP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1400" b="0" i="1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went</a:t>
            </a:r>
            <a:r>
              <a:rPr kumimoji="0" lang="en-GB" sz="1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Osaka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 business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trip.)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3675" marR="0" lvl="0" indent="-181610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  <a:tab pos="194310" algn="l"/>
              </a:tabLst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recognition</a:t>
            </a:r>
            <a:r>
              <a:rPr kumimoji="0" lang="en-GB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incident</a:t>
            </a:r>
            <a:r>
              <a:rPr kumimoji="0" lang="en-GB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depends</a:t>
            </a:r>
            <a:r>
              <a:rPr kumimoji="0" lang="en-GB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1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person,</a:t>
            </a:r>
            <a:r>
              <a:rPr kumimoji="0" lang="en-GB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1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is</a:t>
            </a:r>
            <a:r>
              <a:rPr kumimoji="0" lang="en-GB" sz="1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subjective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241300" algn="l"/>
              </a:tabLst>
              <a:defRPr/>
            </a:pP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Component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日本の文化というテー</a:t>
            </a:r>
            <a:r>
              <a:rPr kumimoji="0" lang="ja-JP" altLang="en-US" sz="14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マ</a:t>
            </a:r>
            <a:r>
              <a:rPr kumimoji="0" lang="ja-JP" altLang="en-US" sz="14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論</a:t>
            </a:r>
            <a:r>
              <a:rPr kumimoji="0" lang="ja-JP" altLang="en-US" sz="145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文</a:t>
            </a: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を書</a:t>
            </a:r>
            <a:r>
              <a:rPr kumimoji="0" lang="ja-JP" altLang="en-US" sz="145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r>
              <a:rPr kumimoji="0" lang="ja-JP" altLang="en-US" sz="14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た。</a:t>
            </a:r>
            <a:r>
              <a:rPr kumimoji="0" lang="en-US" altLang="ja-JP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14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wrote</a:t>
            </a:r>
            <a:r>
              <a:rPr kumimoji="0" lang="en-GB" sz="14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paper</a:t>
            </a:r>
            <a:r>
              <a:rPr kumimoji="0" lang="en-GB" sz="1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whose</a:t>
            </a:r>
            <a:r>
              <a:rPr kumimoji="0" lang="en-GB" sz="1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theme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1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</a:t>
            </a:r>
            <a:r>
              <a:rPr kumimoji="0" lang="en-GB" sz="1400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culture.)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3675" marR="0" lvl="0" indent="-18161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  <a:tab pos="194310" algn="l"/>
              </a:tabLst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represents</a:t>
            </a:r>
            <a:r>
              <a:rPr kumimoji="0" lang="en-GB" sz="1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component</a:t>
            </a:r>
            <a:r>
              <a:rPr kumimoji="0" lang="en-GB" sz="1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consisting of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something, so</a:t>
            </a:r>
            <a:r>
              <a:rPr kumimoji="0" lang="en-GB" sz="1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implies</a:t>
            </a:r>
            <a:r>
              <a:rPr kumimoji="0" lang="en-GB" sz="1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cause,</a:t>
            </a:r>
            <a:r>
              <a:rPr kumimoji="0" lang="en-GB" sz="1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1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material</a:t>
            </a:r>
            <a:r>
              <a:rPr kumimoji="0" lang="en-GB" sz="1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7230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4. Cognitive Linguistical Analysis 2 -Role Functions-</a:t>
            </a:r>
            <a:endParaRPr lang="en-GB" sz="38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4-3. </a:t>
            </a:r>
            <a:r>
              <a:rPr kumimoji="0" lang="en-GB" sz="17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→</a:t>
            </a:r>
            <a:r>
              <a:rPr kumimoji="0" lang="en-GB" sz="17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&lt;Abstraction</a:t>
            </a:r>
            <a:r>
              <a:rPr kumimoji="0" lang="en-GB" sz="17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17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Tool&gt;</a:t>
            </a:r>
            <a:r>
              <a:rPr kumimoji="0" lang="en-GB" sz="17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17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15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5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15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 </a:t>
            </a:r>
            <a:r>
              <a:rPr kumimoji="0" lang="en-GB" sz="15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usages</a:t>
            </a:r>
            <a:r>
              <a:rPr kumimoji="0" lang="en-GB" sz="15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represent</a:t>
            </a:r>
            <a:r>
              <a:rPr kumimoji="0" lang="en-GB" sz="15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15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internalised</a:t>
            </a:r>
            <a:r>
              <a:rPr kumimoji="0" lang="en-GB" sz="15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15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recursive</a:t>
            </a:r>
            <a:r>
              <a:rPr kumimoji="0" lang="en-GB" sz="15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tool.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241300" algn="l"/>
              </a:tabLst>
              <a:defRPr/>
            </a:pPr>
            <a:r>
              <a:rPr kumimoji="0" lang="en-GB" sz="15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</a:t>
            </a:r>
            <a:r>
              <a:rPr kumimoji="0" lang="en-GB" sz="15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5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食事は自分</a:t>
            </a:r>
            <a:r>
              <a:rPr kumimoji="0" lang="ja-JP" altLang="en-US" sz="135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13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作っている。</a:t>
            </a:r>
            <a:r>
              <a:rPr kumimoji="0" lang="en-US" altLang="ja-JP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1300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13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3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meal </a:t>
            </a:r>
            <a:r>
              <a:rPr kumimoji="0" lang="en-GB" sz="13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13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myself.)</a:t>
            </a:r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3675" marR="0" lvl="0" indent="-181610" algn="l" defTabSz="914400" rtl="0" eaLnBrk="1" fontAlgn="auto" latinLnBrk="0" hangingPunct="1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  <a:tab pos="194310" algn="l"/>
              </a:tabLst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1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</a:t>
            </a:r>
            <a:r>
              <a:rPr kumimoji="0" lang="en-GB" sz="1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</a:t>
            </a:r>
            <a:r>
              <a:rPr kumimoji="0" lang="en-GB" sz="11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</a:t>
            </a:r>
            <a:r>
              <a:rPr kumimoji="0" lang="en-GB" sz="11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</a:t>
            </a:r>
            <a:r>
              <a:rPr kumimoji="0" lang="en-GB" sz="1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makes</a:t>
            </a:r>
            <a:r>
              <a:rPr kumimoji="0" lang="en-GB" sz="1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meal</a:t>
            </a:r>
            <a:r>
              <a:rPr kumimoji="0" lang="en-GB" sz="1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themselves</a:t>
            </a:r>
            <a:r>
              <a:rPr kumimoji="0" lang="en-GB" sz="11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1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oneself</a:t>
            </a:r>
            <a:r>
              <a:rPr kumimoji="0" lang="en-GB" sz="1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11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recursive</a:t>
            </a:r>
            <a:r>
              <a:rPr kumimoji="0" lang="en-GB" sz="11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193675" marR="0" lvl="0" indent="-181610" algn="l" defTabSz="914400" rtl="0" eaLnBrk="1" fontAlgn="auto" latinLnBrk="0" hangingPunct="1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  <a:tab pos="194310" algn="l"/>
              </a:tabLst>
              <a:defRPr/>
            </a:pPr>
            <a:r>
              <a:rPr kumimoji="0" lang="en-GB" sz="1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Subject(I)</a:t>
            </a:r>
            <a:r>
              <a:rPr kumimoji="0" lang="en-GB" sz="11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lang="en-GB" sz="1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Actor(I)</a:t>
            </a: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241300" algn="l"/>
              </a:tabLst>
              <a:defRPr/>
            </a:pPr>
            <a:r>
              <a:rPr kumimoji="0" lang="en-GB" sz="15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</a:t>
            </a:r>
            <a:r>
              <a:rPr kumimoji="0" lang="en-GB" sz="15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5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Receiver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小さい音</a:t>
            </a:r>
            <a:r>
              <a:rPr kumimoji="0" lang="ja-JP" altLang="en-US" sz="135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13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音楽を聴く。</a:t>
            </a:r>
            <a:r>
              <a:rPr kumimoji="0" lang="en-US" altLang="ja-JP" sz="13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13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1300" b="0" i="1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listens</a:t>
            </a:r>
            <a:r>
              <a:rPr kumimoji="0" lang="en-GB" sz="13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music</a:t>
            </a:r>
            <a:r>
              <a:rPr kumimoji="0" lang="en-GB" sz="13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13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low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volume.)</a:t>
            </a:r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3675" marR="0" lvl="0" indent="-18161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  <a:tab pos="194310" algn="l"/>
              </a:tabLst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1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</a:t>
            </a:r>
            <a:r>
              <a:rPr kumimoji="0" lang="en-GB" sz="1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</a:t>
            </a:r>
            <a:r>
              <a:rPr kumimoji="0" lang="en-GB" sz="1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receiver</a:t>
            </a:r>
            <a:r>
              <a:rPr kumimoji="0" lang="en-GB" sz="1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sound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music</a:t>
            </a:r>
            <a:r>
              <a:rPr kumimoji="0" lang="en-GB" sz="1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an</a:t>
            </a:r>
            <a:r>
              <a:rPr kumimoji="0" lang="en-GB" sz="11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internal</a:t>
            </a:r>
            <a:r>
              <a:rPr kumimoji="0" lang="en-GB" sz="11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1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241300" algn="l"/>
              </a:tabLst>
              <a:defRPr/>
            </a:pPr>
            <a:r>
              <a:rPr kumimoji="0" lang="en-GB" sz="15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</a:t>
            </a:r>
            <a:r>
              <a:rPr kumimoji="0" lang="en-GB" sz="15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5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500" b="1" i="0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Influence</a:t>
            </a:r>
            <a:r>
              <a:rPr kumimoji="0" lang="en-GB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1500" b="1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Incident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猛スピード</a:t>
            </a:r>
            <a:r>
              <a:rPr kumimoji="0" lang="ja-JP" altLang="en-US" sz="135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13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走っている。</a:t>
            </a:r>
            <a:r>
              <a:rPr kumimoji="0" lang="en-US" altLang="ja-JP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1300" b="0" i="1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13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running</a:t>
            </a:r>
            <a:r>
              <a:rPr kumimoji="0" lang="en-GB" sz="13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13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high</a:t>
            </a:r>
            <a:r>
              <a:rPr kumimoji="0" lang="en-GB" sz="13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speed.)</a:t>
            </a:r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3675" marR="0" lvl="0" indent="-181610" algn="l" defTabSz="914400" rtl="0" eaLnBrk="1" fontAlgn="auto" latinLnBrk="0" hangingPunct="1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  <a:tab pos="194310" algn="l"/>
              </a:tabLst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1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</a:t>
            </a:r>
            <a:r>
              <a:rPr kumimoji="0" lang="en-GB" sz="1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internal</a:t>
            </a:r>
            <a:r>
              <a:rPr kumimoji="0" lang="en-GB" sz="11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11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1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high</a:t>
            </a:r>
            <a:r>
              <a:rPr kumimoji="0" lang="en-GB" sz="11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speed</a:t>
            </a:r>
            <a:r>
              <a:rPr kumimoji="0" lang="en-GB" sz="11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making something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run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 typeface="Wingdings"/>
              <a:buChar char=""/>
              <a:tabLst>
                <a:tab pos="241300" algn="l"/>
              </a:tabLst>
              <a:defRPr/>
            </a:pPr>
            <a:r>
              <a:rPr kumimoji="0" lang="ja-JP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数量限定</a:t>
            </a:r>
            <a:endParaRPr kumimoji="0" lang="ja-JP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この部屋は</a:t>
            </a:r>
            <a:r>
              <a:rPr kumimoji="0" lang="ja-JP" altLang="en-US" sz="13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US" altLang="ja-JP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30</a:t>
            </a:r>
            <a:r>
              <a:rPr kumimoji="0" lang="ja-JP" altLang="en-US" sz="13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13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人</a:t>
            </a:r>
            <a:r>
              <a:rPr kumimoji="0" lang="ja-JP" altLang="en-US" sz="135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13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いっぱいになる。</a:t>
            </a:r>
            <a:r>
              <a:rPr kumimoji="0" lang="en-US" altLang="ja-JP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1300" b="0" i="1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room</a:t>
            </a:r>
            <a:r>
              <a:rPr kumimoji="0" lang="en-GB" sz="13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13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full</a:t>
            </a:r>
            <a:r>
              <a:rPr kumimoji="0" lang="en-GB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</a:t>
            </a:r>
            <a:r>
              <a:rPr kumimoji="0" lang="en-GB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30</a:t>
            </a:r>
            <a:r>
              <a:rPr kumimoji="0" lang="en-GB" sz="13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3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people.)</a:t>
            </a:r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3675" marR="0" lvl="0" indent="-18161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  <a:tab pos="194310" algn="l"/>
              </a:tabLst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1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</a:t>
            </a:r>
            <a:r>
              <a:rPr kumimoji="0" lang="en-GB" sz="1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external</a:t>
            </a:r>
            <a:r>
              <a:rPr kumimoji="0" lang="en-GB" sz="11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30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people</a:t>
            </a:r>
            <a:r>
              <a:rPr kumimoji="0" lang="en-GB" sz="11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filling</a:t>
            </a:r>
            <a:r>
              <a:rPr kumimoji="0" lang="en-GB" sz="11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11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room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4552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True Identity of </a:t>
            </a:r>
            <a:r>
              <a:rPr lang="ja-JP" altLang="en-US" b="1" dirty="0">
                <a:latin typeface="Calibri (Headings)"/>
              </a:rPr>
              <a:t>で </a:t>
            </a:r>
            <a:r>
              <a:rPr lang="en-GB" altLang="ja-JP" b="1" dirty="0">
                <a:latin typeface="Calibri (Headings)"/>
              </a:rPr>
              <a:t>of </a:t>
            </a:r>
            <a:r>
              <a:rPr lang="ja-JP" altLang="en-US" b="1" dirty="0">
                <a:latin typeface="Calibri (Headings)"/>
              </a:rPr>
              <a:t>みんなで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5164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True Identity of </a:t>
            </a:r>
            <a:r>
              <a:rPr lang="ja-JP" altLang="en-US" b="1" dirty="0">
                <a:latin typeface="Calibri (Headings)"/>
              </a:rPr>
              <a:t>で </a:t>
            </a:r>
            <a:r>
              <a:rPr lang="en-GB" altLang="ja-JP" b="1" dirty="0">
                <a:latin typeface="Calibri (Headings)"/>
              </a:rPr>
              <a:t>of </a:t>
            </a:r>
            <a:r>
              <a:rPr lang="ja-JP" altLang="en-US" b="1" dirty="0">
                <a:latin typeface="Calibri (Headings)"/>
              </a:rPr>
              <a:t>みんなで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明日空港にみんな</a:t>
            </a:r>
            <a:r>
              <a:rPr kumimoji="0" lang="ja-JP" altLang="en-US" sz="2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あなたを迎えに行きます。</a:t>
            </a:r>
            <a:r>
              <a:rPr kumimoji="0" lang="ja-JP" altLang="en-US" sz="25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」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5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either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oll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wing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es.</a:t>
            </a:r>
          </a:p>
          <a:p>
            <a:pPr marL="280670" marR="0" lvl="0" indent="-268605" algn="l" defTabSz="914400" rtl="0" eaLnBrk="1" fontAlgn="auto" latinLnBrk="0" hangingPunct="1">
              <a:lnSpc>
                <a:spcPts val="2395"/>
              </a:lnSpc>
              <a:spcBef>
                <a:spcPts val="66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Spatial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Functions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その事件は警察</a:t>
            </a:r>
            <a:r>
              <a:rPr kumimoji="0" lang="ja-JP" altLang="en-US" sz="21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調</a:t>
            </a:r>
            <a:r>
              <a:rPr kumimoji="0" lang="ja-JP" altLang="en-US" sz="21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べ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ている</a:t>
            </a:r>
            <a:r>
              <a:rPr kumimoji="0" lang="ja-JP" altLang="en-US" sz="21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  <a:r>
              <a:rPr kumimoji="0" lang="en-US" altLang="ja-JP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1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</a:t>
            </a:r>
            <a:r>
              <a:rPr kumimoji="0" lang="en-GB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being</a:t>
            </a:r>
            <a:r>
              <a:rPr kumimoji="0" lang="en-GB" sz="20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examine</a:t>
            </a:r>
            <a:r>
              <a:rPr kumimoji="0" lang="en-GB" sz="20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0" algn="l" defTabSz="914400" rtl="0" eaLnBrk="1" fontAlgn="auto" latinLnBrk="0" hangingPunct="1">
              <a:lnSpc>
                <a:spcPts val="2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police.)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Functions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食事は自分</a:t>
            </a:r>
            <a:r>
              <a:rPr kumimoji="0" lang="ja-JP" altLang="en-US" sz="21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作って</a:t>
            </a:r>
            <a:r>
              <a:rPr kumimoji="0" lang="ja-JP" altLang="en-US" sz="21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る。</a:t>
            </a:r>
            <a:r>
              <a:rPr kumimoji="0" lang="en-US" altLang="ja-JP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0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meal </a:t>
            </a:r>
            <a:r>
              <a:rPr kumimoji="0" lang="en-GB" sz="20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myself.)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key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equality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relation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7677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True Identity of </a:t>
            </a:r>
            <a:r>
              <a:rPr lang="ja-JP" altLang="en-US" b="1" dirty="0">
                <a:latin typeface="Calibri (Headings)"/>
              </a:rPr>
              <a:t>で </a:t>
            </a:r>
            <a:r>
              <a:rPr lang="en-GB" altLang="ja-JP" b="1" dirty="0">
                <a:latin typeface="Calibri (Headings)"/>
              </a:rPr>
              <a:t>of </a:t>
            </a:r>
            <a:r>
              <a:rPr lang="ja-JP" altLang="en-US" b="1" dirty="0">
                <a:latin typeface="Calibri (Headings)"/>
              </a:rPr>
              <a:t>みんなで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29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supplement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omitted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subjects,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sentence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supposed</a:t>
            </a:r>
            <a:r>
              <a:rPr kumimoji="0" lang="en-GB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Yu Gothic"/>
                <a:ea typeface="+mn-ea"/>
                <a:cs typeface="Yu Gothic"/>
              </a:rPr>
              <a:t>私は</a:t>
            </a:r>
            <a:r>
              <a:rPr kumimoji="0" lang="en-US" altLang="ja-JP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明日空港にみん</a:t>
            </a:r>
            <a:r>
              <a:rPr kumimoji="0" lang="ja-JP" altLang="en-US" sz="21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1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1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あ</a:t>
            </a:r>
            <a:r>
              <a:rPr kumimoji="0" lang="ja-JP" altLang="en-US" sz="21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1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たを</a:t>
            </a:r>
            <a:r>
              <a:rPr kumimoji="0" lang="ja-JP" altLang="en-US" sz="21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迎</a:t>
            </a:r>
            <a:r>
              <a:rPr kumimoji="0" lang="ja-JP" altLang="en-US" sz="21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えに</a:t>
            </a:r>
            <a:r>
              <a:rPr kumimoji="0" lang="ja-JP" altLang="en-US" sz="21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行</a:t>
            </a:r>
            <a:r>
              <a:rPr kumimoji="0" lang="ja-JP" altLang="en-US" sz="21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きま</a:t>
            </a:r>
            <a:r>
              <a:rPr kumimoji="0" lang="ja-JP" altLang="en-US" sz="21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。」</a:t>
            </a:r>
          </a:p>
          <a:p>
            <a:pPr marL="737870" marR="0" lvl="1" indent="-268605" algn="l" defTabSz="914400" rtl="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Pct val="175000"/>
              <a:buFont typeface="Arial MT"/>
              <a:buChar char="•"/>
              <a:tabLst>
                <a:tab pos="738505" algn="l"/>
              </a:tabLst>
              <a:defRPr/>
            </a:pP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1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pick</a:t>
            </a:r>
            <a:r>
              <a:rPr kumimoji="0" lang="en-GB" sz="1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you</a:t>
            </a:r>
            <a:r>
              <a:rPr kumimoji="0" lang="en-GB" sz="16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1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airport</a:t>
            </a:r>
            <a:r>
              <a:rPr kumimoji="0" lang="en-GB" sz="16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16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everyone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7870" marR="0" lvl="1" indent="-268605" algn="l" defTabSz="914400" rtl="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Pct val="175000"/>
              <a:buFont typeface="Arial MT"/>
              <a:buChar char="•"/>
              <a:tabLst>
                <a:tab pos="738505" algn="l"/>
              </a:tabLst>
              <a:defRPr/>
            </a:pP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Subject(I)</a:t>
            </a:r>
            <a:r>
              <a:rPr kumimoji="0" lang="en-GB" sz="16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≠</a:t>
            </a:r>
            <a:r>
              <a:rPr kumimoji="0" lang="en-GB" sz="16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Actor(everyone)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Spatial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Functions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en-GB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</a:t>
            </a:r>
            <a:r>
              <a:rPr kumimoji="0" lang="ja-JP" altLang="en-US" sz="2100" b="0" i="0" u="sng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Yu Gothic"/>
                <a:ea typeface="+mn-ea"/>
                <a:cs typeface="Yu Gothic"/>
              </a:rPr>
              <a:t>その事件は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警察</a:t>
            </a:r>
            <a:r>
              <a:rPr kumimoji="0" lang="ja-JP" altLang="en-US" sz="21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1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調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べて</a:t>
            </a:r>
            <a:r>
              <a:rPr kumimoji="0" lang="ja-JP" altLang="en-US" sz="21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る。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」</a:t>
            </a:r>
          </a:p>
          <a:p>
            <a:pPr marL="737870" marR="0" lvl="1" indent="-268605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Pct val="175000"/>
              <a:buFont typeface="Arial MT"/>
              <a:buChar char="•"/>
              <a:tabLst>
                <a:tab pos="738505" algn="l"/>
              </a:tabLst>
              <a:defRPr/>
            </a:pP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case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being</a:t>
            </a:r>
            <a:r>
              <a:rPr kumimoji="0" lang="en-GB" sz="1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examined</a:t>
            </a:r>
            <a:r>
              <a:rPr kumimoji="0" lang="en-GB" sz="1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16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police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7870" marR="0" lvl="1" indent="-268605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Pct val="175000"/>
              <a:buFont typeface="Arial MT"/>
              <a:buChar char="•"/>
              <a:tabLst>
                <a:tab pos="738505" algn="l"/>
              </a:tabLst>
              <a:defRPr/>
            </a:pP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1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Subject(The</a:t>
            </a:r>
            <a:r>
              <a:rPr kumimoji="0" lang="en-GB" sz="1600" b="1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case)</a:t>
            </a:r>
            <a:r>
              <a:rPr kumimoji="0" lang="en-GB" sz="16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≠</a:t>
            </a:r>
            <a:r>
              <a:rPr kumimoji="0" lang="en-GB" sz="16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Actor(the</a:t>
            </a:r>
            <a:r>
              <a:rPr kumimoji="0" lang="en-GB" sz="16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police)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Functions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en-GB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</a:t>
            </a:r>
            <a:r>
              <a:rPr kumimoji="0" lang="en-GB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100" b="0" i="0" u="sng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Yu Gothic"/>
                <a:ea typeface="+mn-ea"/>
                <a:cs typeface="Yu Gothic"/>
              </a:rPr>
              <a:t>私は</a:t>
            </a:r>
            <a:r>
              <a:rPr kumimoji="0" lang="en-US" altLang="ja-JP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食事は自分</a:t>
            </a:r>
            <a:r>
              <a:rPr kumimoji="0" lang="ja-JP" altLang="en-US" sz="21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作っ</a:t>
            </a:r>
            <a:r>
              <a:rPr kumimoji="0" lang="ja-JP" altLang="en-US" sz="21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て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いる</a:t>
            </a:r>
            <a:r>
              <a:rPr kumimoji="0" lang="ja-JP" altLang="en-US" sz="21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」</a:t>
            </a:r>
          </a:p>
          <a:p>
            <a:pPr marL="737870" marR="0" lvl="1" indent="-268605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Pct val="175000"/>
              <a:buFont typeface="Arial MT"/>
              <a:buChar char="•"/>
              <a:tabLst>
                <a:tab pos="738505" algn="l"/>
              </a:tabLst>
              <a:defRPr/>
            </a:pP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meal 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myself</a:t>
            </a:r>
            <a:r>
              <a:rPr kumimoji="0" lang="en-GB" sz="1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7870" marR="0" lvl="1" indent="-268605" algn="l" defTabSz="914400" rtl="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Pct val="175000"/>
              <a:buFont typeface="Arial MT"/>
              <a:buChar char="•"/>
              <a:tabLst>
                <a:tab pos="738505" algn="l"/>
              </a:tabLst>
              <a:defRPr/>
            </a:pPr>
            <a:r>
              <a:rPr kumimoji="0" lang="en-GB" sz="1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1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Subject(I)</a:t>
            </a:r>
            <a:r>
              <a:rPr kumimoji="0" lang="en-GB" sz="1600" b="1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lang="en-GB" sz="16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Actor(myself)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tity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5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みんな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ja-JP" altLang="en-US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 of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</a:t>
            </a:r>
            <a:r>
              <a:rPr kumimoji="0" lang="en-GB" sz="24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ole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Func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ion</a:t>
            </a:r>
            <a:r>
              <a:rPr kumimoji="0" lang="en-GB" sz="24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12700" marR="5080" lvl="0" indent="0" algn="l" defTabSz="914400" rtl="0" eaLnBrk="1" fontAlgn="auto" latinLnBrk="0" hangingPunct="1">
              <a:lnSpc>
                <a:spcPct val="79300"/>
              </a:lnSpc>
              <a:spcBef>
                <a:spcPts val="9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Gothic"/>
                <a:ea typeface="+mn-ea"/>
                <a:cs typeface="MS Gothic"/>
              </a:rPr>
              <a:t>※</a:t>
            </a:r>
            <a:r>
              <a:rPr kumimoji="0" lang="en-GB" sz="2000" b="0" i="0" u="none" strike="noStrike" kern="1200" cap="none" spc="-5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Gothic"/>
                <a:ea typeface="+mn-ea"/>
                <a:cs typeface="MS Gothic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私たち</a:t>
            </a:r>
            <a:r>
              <a:rPr kumimoji="0" lang="en-US" altLang="ja-JP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we)</a:t>
            </a:r>
            <a:r>
              <a:rPr kumimoji="0" lang="en-GB" sz="20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instead</a:t>
            </a:r>
            <a:r>
              <a:rPr kumimoji="0" lang="en-GB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ja-JP" altLang="en-US" sz="21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私</a:t>
            </a:r>
            <a:r>
              <a:rPr kumimoji="0" lang="en-US" altLang="ja-JP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en-GB" sz="20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I)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equality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relation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subject(we) </a:t>
            </a:r>
            <a:r>
              <a:rPr kumimoji="0" lang="en-GB" sz="2000" b="0" i="0" u="none" strike="noStrike" kern="1200" cap="none" spc="-4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Actor(everyone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us)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makes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sense,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represents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Actor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Functions.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04341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969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31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Tx/>
              <a:buSzTx/>
              <a:buFontTx/>
              <a:buNone/>
              <a:tabLst>
                <a:tab pos="454659" algn="l"/>
              </a:tabLst>
              <a:defRPr/>
            </a:pPr>
            <a:r>
              <a:rPr kumimoji="0" lang="en-US" altLang="ja-JP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'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</a:t>
            </a:r>
            <a:r>
              <a:rPr kumimoji="0" lang="en-US" altLang="ja-JP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'</a:t>
            </a:r>
            <a:r>
              <a:rPr kumimoji="0" lang="ja-JP" altLang="en-US" sz="25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	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cognitive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linguistic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functions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ts val="3215"/>
              </a:lnSpc>
              <a:spcBef>
                <a:spcPts val="190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Spatial</a:t>
            </a:r>
            <a:r>
              <a:rPr kumimoji="0" lang="en-GB" sz="24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Functions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ts val="213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&lt;Place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Abstraction&gt;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→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Occasion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&lt;Focus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Subjection</a:t>
            </a:r>
            <a:r>
              <a:rPr kumimoji="0" lang="en-GB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Action&gt;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ts val="216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&lt;Backgrounding</a:t>
            </a:r>
            <a:r>
              <a:rPr kumimoji="0" lang="en-GB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Place&gt;</a:t>
            </a:r>
            <a:r>
              <a:rPr kumimoji="0" lang="en-GB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Actor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ts val="192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&lt;Metaphor&gt;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&lt;Focus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Scope&gt;→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Limitation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Timing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</a:t>
            </a:r>
            <a:r>
              <a:rPr kumimoji="0" lang="en-GB" sz="2400" b="1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Functions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ts val="213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</a:t>
            </a:r>
            <a:r>
              <a:rPr kumimoji="0" lang="en-GB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&lt;Role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Background&gt;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&lt;Internalised</a:t>
            </a:r>
            <a:r>
              <a:rPr kumimoji="0" lang="en-GB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Means&gt;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Material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Component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ts val="216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en-GB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&lt;Active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Backgrounding&gt;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Cause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Reason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Argument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Purpose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Component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8605" algn="l" defTabSz="914400" rtl="0" eaLnBrk="1" fontAlgn="auto" latinLnBrk="0" hangingPunct="1">
              <a:lnSpc>
                <a:spcPts val="228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en-GB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&lt;Abstraction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Tool&gt;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</a:t>
            </a:r>
          </a:p>
        </p:txBody>
      </p:sp>
    </p:spTree>
    <p:extLst>
      <p:ext uri="{BB962C8B-B14F-4D97-AF65-F5344CB8AC3E}">
        <p14:creationId xmlns:p14="http://schemas.microsoft.com/office/powerpoint/2010/main" val="42156784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Epilogue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7.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Epilogue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 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key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 language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the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existence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particle.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951865" lvl="0" indent="0" algn="l" defTabSz="914400" rtl="0" eaLnBrk="1" fontAlgn="auto" latinLnBrk="0" hangingPunct="1">
              <a:lnSpc>
                <a:spcPts val="259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Proposition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while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particle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followed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02235" lvl="0" indent="0" algn="l" defTabSz="914400" rtl="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learners of English language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think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nuances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propositions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English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difficult,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those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Japanese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usage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particles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magnificently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profound.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81610" lvl="0" indent="0" algn="l" defTabSz="914400" rtl="0" eaLnBrk="1" fontAlgn="auto" latinLnBrk="0" hangingPunct="1">
              <a:lnSpc>
                <a:spcPts val="259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native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speakers,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difficult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once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observe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point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view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foreign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5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Japanese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particle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 example.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8.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8.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35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altLang="ja-JP" dirty="0"/>
              <a:t>Shin Moriyama, </a:t>
            </a:r>
            <a:r>
              <a:rPr lang="ja-JP" altLang="en-US" sz="2000" i="1" dirty="0"/>
              <a:t>認知言語学から見た日本語格助詞の意味構造と習得</a:t>
            </a:r>
            <a:r>
              <a:rPr lang="en-US" altLang="ja-JP" dirty="0"/>
              <a:t>, Tokyo, </a:t>
            </a:r>
            <a:r>
              <a:rPr lang="ja-JP" altLang="en-US" sz="2000" dirty="0"/>
              <a:t>ひつじ書房</a:t>
            </a:r>
            <a:r>
              <a:rPr lang="en-US" altLang="ja-JP" dirty="0"/>
              <a:t>,  2008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ja-JP" altLang="en-US" sz="2000" i="1" dirty="0"/>
              <a:t>広辞苑第五版</a:t>
            </a:r>
            <a:r>
              <a:rPr lang="en-US" altLang="ja-JP" dirty="0"/>
              <a:t>, Tokyo, </a:t>
            </a:r>
            <a:r>
              <a:rPr lang="ja-JP" altLang="en-US" sz="2000" dirty="0"/>
              <a:t>岩波書店</a:t>
            </a:r>
            <a:r>
              <a:rPr lang="en-US" altLang="ja-JP" dirty="0"/>
              <a:t>, 2006</a:t>
            </a: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2614</Words>
  <Application>Microsoft Office PowerPoint</Application>
  <PresentationFormat>Widescreen</PresentationFormat>
  <Paragraphs>315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 MT</vt:lpstr>
      <vt:lpstr>Calibri (Headings)</vt:lpstr>
      <vt:lpstr>MS Gothic</vt:lpstr>
      <vt:lpstr>Yu Gothic</vt:lpstr>
      <vt:lpstr>Arial</vt:lpstr>
      <vt:lpstr>Calibri</vt:lpstr>
      <vt:lpstr>Calibri Light</vt:lpstr>
      <vt:lpstr>Wingdings</vt:lpstr>
      <vt:lpstr>Office テーマ</vt:lpstr>
      <vt:lpstr>Dive Deeper into Japanese Language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Agenda</vt:lpstr>
      <vt:lpstr>1. The Main Theme</vt:lpstr>
      <vt:lpstr>1. The Main Theme</vt:lpstr>
      <vt:lpstr>2. Prologue -で of みんなで-</vt:lpstr>
      <vt:lpstr>2. Prologue -で of みんなで-</vt:lpstr>
      <vt:lpstr>2. Prologue -で of みんなで-</vt:lpstr>
      <vt:lpstr>2. Prologue -で of みんなで-</vt:lpstr>
      <vt:lpstr>2. Prologue -で of みんなで-</vt:lpstr>
      <vt:lpstr>2. Prologue -で of みんなで-</vt:lpstr>
      <vt:lpstr>2. Prologue -で of みんなで-</vt:lpstr>
      <vt:lpstr>3. Cognitive Linguistical Analysis 1 -Spatial Functions-</vt:lpstr>
      <vt:lpstr>3. Cognitive Linguistical Analysis 1 -Spatial Functions-</vt:lpstr>
      <vt:lpstr>3. Cognitive Linguistical Analysis 1 -Spatial Functions-</vt:lpstr>
      <vt:lpstr>3. Cognitive Linguistical Analysis 1 -Spatial Functions-</vt:lpstr>
      <vt:lpstr>3. Cognitive Linguistical Analysis 1 -Spatial Functions-</vt:lpstr>
      <vt:lpstr>4. Cognitive Linguistical Analysis 2 -Role Functions-</vt:lpstr>
      <vt:lpstr>4. Cognitive Linguistical Analysis 2 -Role Functions-</vt:lpstr>
      <vt:lpstr>4. Cognitive Linguistical Analysis 2 -Role Functions-</vt:lpstr>
      <vt:lpstr>4. Cognitive Linguistical Analysis 2 -Role Functions-</vt:lpstr>
      <vt:lpstr>5. True Identity of で of みんなで</vt:lpstr>
      <vt:lpstr>5. True Identity of で of みんなで</vt:lpstr>
      <vt:lpstr>5. True Identity of で of みんなで</vt:lpstr>
      <vt:lpstr>6. Summary</vt:lpstr>
      <vt:lpstr>6. Summary</vt:lpstr>
      <vt:lpstr>7. Epilogue</vt:lpstr>
      <vt:lpstr>7. Epilogue</vt:lpstr>
      <vt:lpstr>8. References</vt:lpstr>
      <vt:lpstr>8.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45</cp:revision>
  <dcterms:modified xsi:type="dcterms:W3CDTF">2025-08-31T17:20:48Z</dcterms:modified>
</cp:coreProperties>
</file>
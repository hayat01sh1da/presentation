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7" r:id="rId3"/>
    <p:sldId id="407" r:id="rId4"/>
    <p:sldId id="387" r:id="rId5"/>
    <p:sldId id="461" r:id="rId6"/>
    <p:sldId id="286" r:id="rId7"/>
    <p:sldId id="280" r:id="rId8"/>
    <p:sldId id="311" r:id="rId9"/>
    <p:sldId id="259" r:id="rId10"/>
    <p:sldId id="330" r:id="rId11"/>
    <p:sldId id="433" r:id="rId12"/>
    <p:sldId id="455" r:id="rId13"/>
    <p:sldId id="456" r:id="rId14"/>
    <p:sldId id="408" r:id="rId15"/>
    <p:sldId id="439" r:id="rId16"/>
    <p:sldId id="457" r:id="rId17"/>
    <p:sldId id="325" r:id="rId18"/>
    <p:sldId id="354" r:id="rId19"/>
    <p:sldId id="458" r:id="rId20"/>
    <p:sldId id="459" r:id="rId21"/>
    <p:sldId id="427" r:id="rId22"/>
    <p:sldId id="431" r:id="rId23"/>
    <p:sldId id="328" r:id="rId24"/>
    <p:sldId id="453" r:id="rId25"/>
    <p:sldId id="462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760" y="1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5D419524-65C8-4F28-8BD3-2E8D1CBD0C60}"/>
    <pc:docChg chg="undo redo custSel addSld delSld modSld sldOrd">
      <pc:chgData name="Hayato Ishida" userId="585fa0fa6384767c" providerId="LiveId" clId="{5D419524-65C8-4F28-8BD3-2E8D1CBD0C60}" dt="2025-07-01T03:43:10.535" v="21553" actId="47"/>
      <pc:docMkLst>
        <pc:docMk/>
      </pc:docMkLst>
      <pc:sldChg chg="modSp mod setBg">
        <pc:chgData name="Hayato Ishida" userId="585fa0fa6384767c" providerId="LiveId" clId="{5D419524-65C8-4F28-8BD3-2E8D1CBD0C60}" dt="2025-06-29T15:01:37.497" v="21188" actId="20577"/>
        <pc:sldMkLst>
          <pc:docMk/>
          <pc:sldMk cId="3878715192" sldId="256"/>
        </pc:sldMkLst>
      </pc:sldChg>
      <pc:sldChg chg="modSp setBg">
        <pc:chgData name="Hayato Ishida" userId="585fa0fa6384767c" providerId="LiveId" clId="{5D419524-65C8-4F28-8BD3-2E8D1CBD0C60}" dt="2025-06-29T13:54:12.211" v="20359"/>
        <pc:sldMkLst>
          <pc:docMk/>
          <pc:sldMk cId="1023418167" sldId="259"/>
        </pc:sldMkLst>
      </pc:sldChg>
      <pc:sldChg chg="setBg">
        <pc:chgData name="Hayato Ishida" userId="585fa0fa6384767c" providerId="LiveId" clId="{5D419524-65C8-4F28-8BD3-2E8D1CBD0C60}" dt="2025-06-24T14:57:47.300" v="136"/>
        <pc:sldMkLst>
          <pc:docMk/>
          <pc:sldMk cId="2567433019" sldId="280"/>
        </pc:sldMkLst>
      </pc:sldChg>
      <pc:sldChg chg="setBg">
        <pc:chgData name="Hayato Ishida" userId="585fa0fa6384767c" providerId="LiveId" clId="{5D419524-65C8-4F28-8BD3-2E8D1CBD0C60}" dt="2025-06-24T14:57:47.300" v="136"/>
        <pc:sldMkLst>
          <pc:docMk/>
          <pc:sldMk cId="3831357621" sldId="285"/>
        </pc:sldMkLst>
      </pc:sldChg>
      <pc:sldChg chg="setBg">
        <pc:chgData name="Hayato Ishida" userId="585fa0fa6384767c" providerId="LiveId" clId="{5D419524-65C8-4F28-8BD3-2E8D1CBD0C60}" dt="2025-06-24T14:57:47.300" v="136"/>
        <pc:sldMkLst>
          <pc:docMk/>
          <pc:sldMk cId="155858466" sldId="286"/>
        </pc:sldMkLst>
      </pc:sldChg>
      <pc:sldChg chg="setBg">
        <pc:chgData name="Hayato Ishida" userId="585fa0fa6384767c" providerId="LiveId" clId="{5D419524-65C8-4F28-8BD3-2E8D1CBD0C60}" dt="2025-06-24T14:57:47.300" v="136"/>
        <pc:sldMkLst>
          <pc:docMk/>
          <pc:sldMk cId="654251065" sldId="287"/>
        </pc:sldMkLst>
      </pc:sldChg>
      <pc:sldChg chg="modSp del mod setBg">
        <pc:chgData name="Hayato Ishida" userId="585fa0fa6384767c" providerId="LiveId" clId="{5D419524-65C8-4F28-8BD3-2E8D1CBD0C60}" dt="2025-07-01T03:43:10.535" v="21553" actId="47"/>
        <pc:sldMkLst>
          <pc:docMk/>
          <pc:sldMk cId="3041246571" sldId="295"/>
        </pc:sldMkLst>
      </pc:sldChg>
      <pc:sldChg chg="modSp mod setBg">
        <pc:chgData name="Hayato Ishida" userId="585fa0fa6384767c" providerId="LiveId" clId="{5D419524-65C8-4F28-8BD3-2E8D1CBD0C60}" dt="2025-06-29T13:54:12.211" v="20359"/>
        <pc:sldMkLst>
          <pc:docMk/>
          <pc:sldMk cId="210825285" sldId="311"/>
        </pc:sldMkLst>
      </pc:sldChg>
      <pc:sldChg chg="modSp mod setBg">
        <pc:chgData name="Hayato Ishida" userId="585fa0fa6384767c" providerId="LiveId" clId="{5D419524-65C8-4F28-8BD3-2E8D1CBD0C60}" dt="2025-06-28T05:23:08.040" v="6614"/>
        <pc:sldMkLst>
          <pc:docMk/>
          <pc:sldMk cId="1611154314" sldId="325"/>
        </pc:sldMkLst>
      </pc:sldChg>
      <pc:sldChg chg="modSp mod setBg">
        <pc:chgData name="Hayato Ishida" userId="585fa0fa6384767c" providerId="LiveId" clId="{5D419524-65C8-4F28-8BD3-2E8D1CBD0C60}" dt="2025-06-28T14:41:34.122" v="14704" actId="114"/>
        <pc:sldMkLst>
          <pc:docMk/>
          <pc:sldMk cId="4021934138" sldId="326"/>
        </pc:sldMkLst>
      </pc:sldChg>
      <pc:sldChg chg="modSp mod setBg">
        <pc:chgData name="Hayato Ishida" userId="585fa0fa6384767c" providerId="LiveId" clId="{5D419524-65C8-4F28-8BD3-2E8D1CBD0C60}" dt="2025-06-24T15:16:30.014" v="220" actId="20577"/>
        <pc:sldMkLst>
          <pc:docMk/>
          <pc:sldMk cId="3028957591" sldId="328"/>
        </pc:sldMkLst>
      </pc:sldChg>
      <pc:sldChg chg="addSp delSp modSp mod setBg">
        <pc:chgData name="Hayato Ishida" userId="585fa0fa6384767c" providerId="LiveId" clId="{5D419524-65C8-4F28-8BD3-2E8D1CBD0C60}" dt="2025-06-29T13:56:38.877" v="20442" actId="20577"/>
        <pc:sldMkLst>
          <pc:docMk/>
          <pc:sldMk cId="3715280376" sldId="330"/>
        </pc:sldMkLst>
      </pc:sldChg>
      <pc:sldChg chg="modSp del mod setBg">
        <pc:chgData name="Hayato Ishida" userId="585fa0fa6384767c" providerId="LiveId" clId="{5D419524-65C8-4F28-8BD3-2E8D1CBD0C60}" dt="2025-06-24T15:04:26.455" v="156" actId="47"/>
        <pc:sldMkLst>
          <pc:docMk/>
          <pc:sldMk cId="2302870219" sldId="336"/>
        </pc:sldMkLst>
      </pc:sldChg>
      <pc:sldChg chg="addSp delSp modSp mod setBg">
        <pc:chgData name="Hayato Ishida" userId="585fa0fa6384767c" providerId="LiveId" clId="{5D419524-65C8-4F28-8BD3-2E8D1CBD0C60}" dt="2025-06-29T13:59:40.071" v="20448" actId="14100"/>
        <pc:sldMkLst>
          <pc:docMk/>
          <pc:sldMk cId="1235012594" sldId="354"/>
        </pc:sldMkLst>
      </pc:sldChg>
      <pc:sldChg chg="del setBg">
        <pc:chgData name="Hayato Ishida" userId="585fa0fa6384767c" providerId="LiveId" clId="{5D419524-65C8-4F28-8BD3-2E8D1CBD0C60}" dt="2025-06-24T15:05:31.881" v="165" actId="47"/>
        <pc:sldMkLst>
          <pc:docMk/>
          <pc:sldMk cId="2765164994" sldId="359"/>
        </pc:sldMkLst>
      </pc:sldChg>
      <pc:sldChg chg="del setBg">
        <pc:chgData name="Hayato Ishida" userId="585fa0fa6384767c" providerId="LiveId" clId="{5D419524-65C8-4F28-8BD3-2E8D1CBD0C60}" dt="2025-06-24T15:05:13.555" v="164" actId="47"/>
        <pc:sldMkLst>
          <pc:docMk/>
          <pc:sldMk cId="3787677548" sldId="360"/>
        </pc:sldMkLst>
      </pc:sldChg>
      <pc:sldChg chg="del setBg">
        <pc:chgData name="Hayato Ishida" userId="585fa0fa6384767c" providerId="LiveId" clId="{5D419524-65C8-4F28-8BD3-2E8D1CBD0C60}" dt="2025-06-24T15:07:06.167" v="187" actId="47"/>
        <pc:sldMkLst>
          <pc:docMk/>
          <pc:sldMk cId="2178788038" sldId="385"/>
        </pc:sldMkLst>
      </pc:sldChg>
      <pc:sldChg chg="del setBg">
        <pc:chgData name="Hayato Ishida" userId="585fa0fa6384767c" providerId="LiveId" clId="{5D419524-65C8-4F28-8BD3-2E8D1CBD0C60}" dt="2025-06-24T15:07:06.167" v="187" actId="47"/>
        <pc:sldMkLst>
          <pc:docMk/>
          <pc:sldMk cId="3515477389" sldId="386"/>
        </pc:sldMkLst>
      </pc:sldChg>
      <pc:sldChg chg="setBg">
        <pc:chgData name="Hayato Ishida" userId="585fa0fa6384767c" providerId="LiveId" clId="{5D419524-65C8-4F28-8BD3-2E8D1CBD0C60}" dt="2025-06-24T14:57:47.300" v="136"/>
        <pc:sldMkLst>
          <pc:docMk/>
          <pc:sldMk cId="417452178" sldId="387"/>
        </pc:sldMkLst>
      </pc:sldChg>
      <pc:sldChg chg="setBg">
        <pc:chgData name="Hayato Ishida" userId="585fa0fa6384767c" providerId="LiveId" clId="{5D419524-65C8-4F28-8BD3-2E8D1CBD0C60}" dt="2025-06-24T14:57:47.300" v="136"/>
        <pc:sldMkLst>
          <pc:docMk/>
          <pc:sldMk cId="2978262175" sldId="407"/>
        </pc:sldMkLst>
      </pc:sldChg>
      <pc:sldChg chg="modSp mod ord setBg">
        <pc:chgData name="Hayato Ishida" userId="585fa0fa6384767c" providerId="LiveId" clId="{5D419524-65C8-4F28-8BD3-2E8D1CBD0C60}" dt="2025-06-25T15:59:38.948" v="2999" actId="20577"/>
        <pc:sldMkLst>
          <pc:docMk/>
          <pc:sldMk cId="49969104" sldId="408"/>
        </pc:sldMkLst>
      </pc:sldChg>
      <pc:sldChg chg="modSp del mod setBg">
        <pc:chgData name="Hayato Ishida" userId="585fa0fa6384767c" providerId="LiveId" clId="{5D419524-65C8-4F28-8BD3-2E8D1CBD0C60}" dt="2025-06-24T15:08:28.682" v="193" actId="47"/>
        <pc:sldMkLst>
          <pc:docMk/>
          <pc:sldMk cId="4215678456" sldId="409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703579027" sldId="410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576112975" sldId="411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1781721955" sldId="412"/>
        </pc:sldMkLst>
      </pc:sldChg>
      <pc:sldChg chg="modSp del setBg">
        <pc:chgData name="Hayato Ishida" userId="585fa0fa6384767c" providerId="LiveId" clId="{5D419524-65C8-4F28-8BD3-2E8D1CBD0C60}" dt="2025-06-24T15:04:26.455" v="156" actId="47"/>
        <pc:sldMkLst>
          <pc:docMk/>
          <pc:sldMk cId="953267007" sldId="413"/>
        </pc:sldMkLst>
      </pc:sldChg>
      <pc:sldChg chg="del setBg">
        <pc:chgData name="Hayato Ishida" userId="585fa0fa6384767c" providerId="LiveId" clId="{5D419524-65C8-4F28-8BD3-2E8D1CBD0C60}" dt="2025-06-24T15:05:13.555" v="164" actId="47"/>
        <pc:sldMkLst>
          <pc:docMk/>
          <pc:sldMk cId="1860434170" sldId="418"/>
        </pc:sldMkLst>
      </pc:sldChg>
      <pc:sldChg chg="modSp del setBg">
        <pc:chgData name="Hayato Ishida" userId="585fa0fa6384767c" providerId="LiveId" clId="{5D419524-65C8-4F28-8BD3-2E8D1CBD0C60}" dt="2025-06-24T15:04:26.455" v="156" actId="47"/>
        <pc:sldMkLst>
          <pc:docMk/>
          <pc:sldMk cId="2399205637" sldId="419"/>
        </pc:sldMkLst>
      </pc:sldChg>
      <pc:sldChg chg="modSp del setBg">
        <pc:chgData name="Hayato Ishida" userId="585fa0fa6384767c" providerId="LiveId" clId="{5D419524-65C8-4F28-8BD3-2E8D1CBD0C60}" dt="2025-06-24T15:04:26.455" v="156" actId="47"/>
        <pc:sldMkLst>
          <pc:docMk/>
          <pc:sldMk cId="3469241662" sldId="420"/>
        </pc:sldMkLst>
      </pc:sldChg>
      <pc:sldChg chg="modSp del setBg">
        <pc:chgData name="Hayato Ishida" userId="585fa0fa6384767c" providerId="LiveId" clId="{5D419524-65C8-4F28-8BD3-2E8D1CBD0C60}" dt="2025-06-24T15:05:09.251" v="163" actId="47"/>
        <pc:sldMkLst>
          <pc:docMk/>
          <pc:sldMk cId="2268715453" sldId="421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1117989042" sldId="425"/>
        </pc:sldMkLst>
      </pc:sldChg>
      <pc:sldChg chg="modSp del setBg">
        <pc:chgData name="Hayato Ishida" userId="585fa0fa6384767c" providerId="LiveId" clId="{5D419524-65C8-4F28-8BD3-2E8D1CBD0C60}" dt="2025-06-24T15:03:38.128" v="147" actId="47"/>
        <pc:sldMkLst>
          <pc:docMk/>
          <pc:sldMk cId="2583572242" sldId="426"/>
        </pc:sldMkLst>
      </pc:sldChg>
      <pc:sldChg chg="modSp mod ord setBg">
        <pc:chgData name="Hayato Ishida" userId="585fa0fa6384767c" providerId="LiveId" clId="{5D419524-65C8-4F28-8BD3-2E8D1CBD0C60}" dt="2025-06-25T15:59:05.318" v="2993"/>
        <pc:sldMkLst>
          <pc:docMk/>
          <pc:sldMk cId="1332852611" sldId="427"/>
        </pc:sldMkLst>
      </pc:sldChg>
      <pc:sldChg chg="modSp del setBg">
        <pc:chgData name="Hayato Ishida" userId="585fa0fa6384767c" providerId="LiveId" clId="{5D419524-65C8-4F28-8BD3-2E8D1CBD0C60}" dt="2025-06-24T15:05:09.251" v="163" actId="47"/>
        <pc:sldMkLst>
          <pc:docMk/>
          <pc:sldMk cId="3887230368" sldId="428"/>
        </pc:sldMkLst>
      </pc:sldChg>
      <pc:sldChg chg="modSp del setBg">
        <pc:chgData name="Hayato Ishida" userId="585fa0fa6384767c" providerId="LiveId" clId="{5D419524-65C8-4F28-8BD3-2E8D1CBD0C60}" dt="2025-06-24T15:05:09.251" v="163" actId="47"/>
        <pc:sldMkLst>
          <pc:docMk/>
          <pc:sldMk cId="2484552746" sldId="429"/>
        </pc:sldMkLst>
      </pc:sldChg>
      <pc:sldChg chg="modSp add del mod">
        <pc:chgData name="Hayato Ishida" userId="585fa0fa6384767c" providerId="LiveId" clId="{5D419524-65C8-4F28-8BD3-2E8D1CBD0C60}" dt="2025-06-28T15:14:50.534" v="16314" actId="20577"/>
        <pc:sldMkLst>
          <pc:docMk/>
          <pc:sldMk cId="2442122391" sldId="430"/>
        </pc:sldMkLst>
      </pc:sldChg>
      <pc:sldChg chg="addSp modSp add mod ord">
        <pc:chgData name="Hayato Ishida" userId="585fa0fa6384767c" providerId="LiveId" clId="{5D419524-65C8-4F28-8BD3-2E8D1CBD0C60}" dt="2025-06-28T17:17:09.031" v="20265" actId="14100"/>
        <pc:sldMkLst>
          <pc:docMk/>
          <pc:sldMk cId="735216972" sldId="431"/>
        </pc:sldMkLst>
      </pc:sldChg>
      <pc:sldChg chg="modSp add del mod ord">
        <pc:chgData name="Hayato Ishida" userId="585fa0fa6384767c" providerId="LiveId" clId="{5D419524-65C8-4F28-8BD3-2E8D1CBD0C60}" dt="2025-06-26T14:45:23.362" v="6210" actId="47"/>
        <pc:sldMkLst>
          <pc:docMk/>
          <pc:sldMk cId="1429852999" sldId="432"/>
        </pc:sldMkLst>
      </pc:sldChg>
      <pc:sldChg chg="modSp add mod">
        <pc:chgData name="Hayato Ishida" userId="585fa0fa6384767c" providerId="LiveId" clId="{5D419524-65C8-4F28-8BD3-2E8D1CBD0C60}" dt="2025-06-24T15:17:36.398" v="270" actId="20577"/>
        <pc:sldMkLst>
          <pc:docMk/>
          <pc:sldMk cId="1558825015" sldId="433"/>
        </pc:sldMkLst>
      </pc:sldChg>
      <pc:sldChg chg="addSp delSp modSp add mod">
        <pc:chgData name="Hayato Ishida" userId="585fa0fa6384767c" providerId="LiveId" clId="{5D419524-65C8-4F28-8BD3-2E8D1CBD0C60}" dt="2025-06-25T14:03:34.809" v="422" actId="14100"/>
        <pc:sldMkLst>
          <pc:docMk/>
          <pc:sldMk cId="2842509506" sldId="434"/>
        </pc:sldMkLst>
      </pc:sldChg>
      <pc:sldChg chg="delSp modSp add mod">
        <pc:chgData name="Hayato Ishida" userId="585fa0fa6384767c" providerId="LiveId" clId="{5D419524-65C8-4F28-8BD3-2E8D1CBD0C60}" dt="2025-06-28T08:20:00.242" v="12705" actId="404"/>
        <pc:sldMkLst>
          <pc:docMk/>
          <pc:sldMk cId="589439606" sldId="435"/>
        </pc:sldMkLst>
      </pc:sldChg>
      <pc:sldChg chg="addSp delSp modSp add mod">
        <pc:chgData name="Hayato Ishida" userId="585fa0fa6384767c" providerId="LiveId" clId="{5D419524-65C8-4F28-8BD3-2E8D1CBD0C60}" dt="2025-06-28T05:23:08.040" v="6614"/>
        <pc:sldMkLst>
          <pc:docMk/>
          <pc:sldMk cId="3025684032" sldId="436"/>
        </pc:sldMkLst>
      </pc:sldChg>
      <pc:sldChg chg="addSp delSp modSp add mod">
        <pc:chgData name="Hayato Ishida" userId="585fa0fa6384767c" providerId="LiveId" clId="{5D419524-65C8-4F28-8BD3-2E8D1CBD0C60}" dt="2025-06-28T17:14:51.971" v="20257" actId="114"/>
        <pc:sldMkLst>
          <pc:docMk/>
          <pc:sldMk cId="903258365" sldId="437"/>
        </pc:sldMkLst>
      </pc:sldChg>
      <pc:sldChg chg="addSp delSp modSp add del mod">
        <pc:chgData name="Hayato Ishida" userId="585fa0fa6384767c" providerId="LiveId" clId="{5D419524-65C8-4F28-8BD3-2E8D1CBD0C60}" dt="2025-06-28T13:37:38.061" v="13424" actId="47"/>
        <pc:sldMkLst>
          <pc:docMk/>
          <pc:sldMk cId="186593567" sldId="438"/>
        </pc:sldMkLst>
      </pc:sldChg>
      <pc:sldChg chg="addSp modSp add mod">
        <pc:chgData name="Hayato Ishida" userId="585fa0fa6384767c" providerId="LiveId" clId="{5D419524-65C8-4F28-8BD3-2E8D1CBD0C60}" dt="2025-06-29T13:57:26.897" v="20445" actId="14100"/>
        <pc:sldMkLst>
          <pc:docMk/>
          <pc:sldMk cId="1280351370" sldId="439"/>
        </pc:sldMkLst>
      </pc:sldChg>
      <pc:sldChg chg="add del">
        <pc:chgData name="Hayato Ishida" userId="585fa0fa6384767c" providerId="LiveId" clId="{5D419524-65C8-4F28-8BD3-2E8D1CBD0C60}" dt="2025-06-26T14:21:10.143" v="4737" actId="47"/>
        <pc:sldMkLst>
          <pc:docMk/>
          <pc:sldMk cId="780459303" sldId="440"/>
        </pc:sldMkLst>
      </pc:sldChg>
      <pc:sldChg chg="modSp add mod">
        <pc:chgData name="Hayato Ishida" userId="585fa0fa6384767c" providerId="LiveId" clId="{5D419524-65C8-4F28-8BD3-2E8D1CBD0C60}" dt="2025-06-28T05:20:44.114" v="6612" actId="20577"/>
        <pc:sldMkLst>
          <pc:docMk/>
          <pc:sldMk cId="1759743076" sldId="440"/>
        </pc:sldMkLst>
      </pc:sldChg>
      <pc:sldChg chg="addSp modSp add mod">
        <pc:chgData name="Hayato Ishida" userId="585fa0fa6384767c" providerId="LiveId" clId="{5D419524-65C8-4F28-8BD3-2E8D1CBD0C60}" dt="2025-06-30T03:19:56.011" v="21199" actId="20577"/>
        <pc:sldMkLst>
          <pc:docMk/>
          <pc:sldMk cId="3002010193" sldId="441"/>
        </pc:sldMkLst>
      </pc:sldChg>
      <pc:sldChg chg="addSp modSp add mod">
        <pc:chgData name="Hayato Ishida" userId="585fa0fa6384767c" providerId="LiveId" clId="{5D419524-65C8-4F28-8BD3-2E8D1CBD0C60}" dt="2025-06-30T03:25:42.487" v="21263" actId="14100"/>
        <pc:sldMkLst>
          <pc:docMk/>
          <pc:sldMk cId="1205255371" sldId="442"/>
        </pc:sldMkLst>
      </pc:sldChg>
      <pc:sldChg chg="add del">
        <pc:chgData name="Hayato Ishida" userId="585fa0fa6384767c" providerId="LiveId" clId="{5D419524-65C8-4F28-8BD3-2E8D1CBD0C60}" dt="2025-06-28T05:45:48.109" v="7801" actId="47"/>
        <pc:sldMkLst>
          <pc:docMk/>
          <pc:sldMk cId="4227195170" sldId="442"/>
        </pc:sldMkLst>
      </pc:sldChg>
      <pc:sldChg chg="add del">
        <pc:chgData name="Hayato Ishida" userId="585fa0fa6384767c" providerId="LiveId" clId="{5D419524-65C8-4F28-8BD3-2E8D1CBD0C60}" dt="2025-06-28T05:45:48.109" v="7801" actId="47"/>
        <pc:sldMkLst>
          <pc:docMk/>
          <pc:sldMk cId="1025499803" sldId="443"/>
        </pc:sldMkLst>
      </pc:sldChg>
      <pc:sldChg chg="addSp delSp modSp add mod">
        <pc:chgData name="Hayato Ishida" userId="585fa0fa6384767c" providerId="LiveId" clId="{5D419524-65C8-4F28-8BD3-2E8D1CBD0C60}" dt="2025-06-28T09:22:09.273" v="13374"/>
        <pc:sldMkLst>
          <pc:docMk/>
          <pc:sldMk cId="1754716110" sldId="443"/>
        </pc:sldMkLst>
      </pc:sldChg>
      <pc:sldChg chg="addSp modSp add mod">
        <pc:chgData name="Hayato Ishida" userId="585fa0fa6384767c" providerId="LiveId" clId="{5D419524-65C8-4F28-8BD3-2E8D1CBD0C60}" dt="2025-06-30T03:25:22.678" v="21260" actId="14100"/>
        <pc:sldMkLst>
          <pc:docMk/>
          <pc:sldMk cId="2348388371" sldId="444"/>
        </pc:sldMkLst>
      </pc:sldChg>
      <pc:sldChg chg="modSp add del mod">
        <pc:chgData name="Hayato Ishida" userId="585fa0fa6384767c" providerId="LiveId" clId="{5D419524-65C8-4F28-8BD3-2E8D1CBD0C60}" dt="2025-06-28T08:19:24.122" v="12703" actId="47"/>
        <pc:sldMkLst>
          <pc:docMk/>
          <pc:sldMk cId="960572549" sldId="445"/>
        </pc:sldMkLst>
      </pc:sldChg>
      <pc:sldChg chg="modSp add mod ord">
        <pc:chgData name="Hayato Ishida" userId="585fa0fa6384767c" providerId="LiveId" clId="{5D419524-65C8-4F28-8BD3-2E8D1CBD0C60}" dt="2025-06-28T14:07:06.074" v="13715" actId="20577"/>
        <pc:sldMkLst>
          <pc:docMk/>
          <pc:sldMk cId="91629828" sldId="446"/>
        </pc:sldMkLst>
      </pc:sldChg>
      <pc:sldChg chg="modSp add mod">
        <pc:chgData name="Hayato Ishida" userId="585fa0fa6384767c" providerId="LiveId" clId="{5D419524-65C8-4F28-8BD3-2E8D1CBD0C60}" dt="2025-06-29T15:01:00.437" v="21184" actId="404"/>
        <pc:sldMkLst>
          <pc:docMk/>
          <pc:sldMk cId="4133415055" sldId="447"/>
        </pc:sldMkLst>
      </pc:sldChg>
      <pc:sldChg chg="modSp add del mod">
        <pc:chgData name="Hayato Ishida" userId="585fa0fa6384767c" providerId="LiveId" clId="{5D419524-65C8-4F28-8BD3-2E8D1CBD0C60}" dt="2025-06-28T16:12:45.714" v="17880" actId="47"/>
        <pc:sldMkLst>
          <pc:docMk/>
          <pc:sldMk cId="2654737343" sldId="448"/>
        </pc:sldMkLst>
      </pc:sldChg>
      <pc:sldChg chg="modSp add mod">
        <pc:chgData name="Hayato Ishida" userId="585fa0fa6384767c" providerId="LiveId" clId="{5D419524-65C8-4F28-8BD3-2E8D1CBD0C60}" dt="2025-06-30T03:28:54.744" v="21547" actId="113"/>
        <pc:sldMkLst>
          <pc:docMk/>
          <pc:sldMk cId="576787771" sldId="449"/>
        </pc:sldMkLst>
      </pc:sldChg>
      <pc:sldChg chg="modSp add mod">
        <pc:chgData name="Hayato Ishida" userId="585fa0fa6384767c" providerId="LiveId" clId="{5D419524-65C8-4F28-8BD3-2E8D1CBD0C60}" dt="2025-06-29T14:20:01.743" v="20739" actId="113"/>
        <pc:sldMkLst>
          <pc:docMk/>
          <pc:sldMk cId="3747225069" sldId="450"/>
        </pc:sldMkLst>
      </pc:sldChg>
      <pc:sldChg chg="modSp add del mod">
        <pc:chgData name="Hayato Ishida" userId="585fa0fa6384767c" providerId="LiveId" clId="{5D419524-65C8-4F28-8BD3-2E8D1CBD0C60}" dt="2025-06-29T14:20:26.755" v="20741" actId="47"/>
        <pc:sldMkLst>
          <pc:docMk/>
          <pc:sldMk cId="1447086096" sldId="451"/>
        </pc:sldMkLst>
      </pc:sldChg>
      <pc:sldChg chg="addSp delSp modSp add mod">
        <pc:chgData name="Hayato Ishida" userId="585fa0fa6384767c" providerId="LiveId" clId="{5D419524-65C8-4F28-8BD3-2E8D1CBD0C60}" dt="2025-06-30T04:25:39.423" v="21552" actId="20577"/>
        <pc:sldMkLst>
          <pc:docMk/>
          <pc:sldMk cId="1374770868" sldId="452"/>
        </pc:sldMkLst>
      </pc:sldChg>
      <pc:sldChg chg="modSp add mod">
        <pc:chgData name="Hayato Ishida" userId="585fa0fa6384767c" providerId="LiveId" clId="{5D419524-65C8-4F28-8BD3-2E8D1CBD0C60}" dt="2025-06-28T17:23:12.659" v="20355" actId="20577"/>
        <pc:sldMkLst>
          <pc:docMk/>
          <pc:sldMk cId="3329932923" sldId="453"/>
        </pc:sldMkLst>
      </pc:sldChg>
      <pc:sldChg chg="modSp add mod">
        <pc:chgData name="Hayato Ishida" userId="585fa0fa6384767c" providerId="LiveId" clId="{5D419524-65C8-4F28-8BD3-2E8D1CBD0C60}" dt="2025-06-29T14:47:45.703" v="20914" actId="20577"/>
        <pc:sldMkLst>
          <pc:docMk/>
          <pc:sldMk cId="3084329338" sldId="454"/>
        </pc:sldMkLst>
      </pc:sldChg>
      <pc:sldChg chg="modSp add mod">
        <pc:chgData name="Hayato Ishida" userId="585fa0fa6384767c" providerId="LiveId" clId="{5D419524-65C8-4F28-8BD3-2E8D1CBD0C60}" dt="2025-06-29T14:21:42.134" v="20795" actId="20577"/>
        <pc:sldMkLst>
          <pc:docMk/>
          <pc:sldMk cId="578933917" sldId="455"/>
        </pc:sldMkLst>
      </pc:sldChg>
    </pc:docChg>
  </pc:docChgLst>
  <pc:docChgLst>
    <pc:chgData name="Hayato Ishida" userId="585fa0fa6384767c" providerId="LiveId" clId="{FA9DF2DE-C912-4469-82AE-460197A0ED6C}"/>
    <pc:docChg chg="custSel modSld">
      <pc:chgData name="Hayato Ishida" userId="585fa0fa6384767c" providerId="LiveId" clId="{FA9DF2DE-C912-4469-82AE-460197A0ED6C}" dt="2025-05-03T11:40:54.618" v="8"/>
      <pc:docMkLst>
        <pc:docMk/>
      </pc:docMkLst>
      <pc:sldChg chg="addSp delSp modSp mod">
        <pc:chgData name="Hayato Ishida" userId="585fa0fa6384767c" providerId="LiveId" clId="{FA9DF2DE-C912-4469-82AE-460197A0ED6C}" dt="2025-05-03T11:40:54.618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FA9DF2DE-C912-4469-82AE-460197A0ED6C}" dt="2025-05-03T11:38:23.310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FA9DF2DE-C912-4469-82AE-460197A0ED6C}" dt="2025-05-03T11:37:44.549" v="6"/>
        <pc:sldMkLst>
          <pc:docMk/>
          <pc:sldMk cId="654251065" sldId="287"/>
        </pc:sldMkLst>
      </pc:sldChg>
    </pc:docChg>
  </pc:docChgLst>
  <pc:docChgLst>
    <pc:chgData name="Hayato Ishida" userId="585fa0fa6384767c" providerId="LiveId" clId="{00F59463-2D2E-48F5-A0B6-AE379505AFD2}"/>
    <pc:docChg chg="undo custSel addSld delSld modSld sldOrd">
      <pc:chgData name="Hayato Ishida" userId="585fa0fa6384767c" providerId="LiveId" clId="{00F59463-2D2E-48F5-A0B6-AE379505AFD2}" dt="2025-08-31T17:32:14.356" v="3301"/>
      <pc:docMkLst>
        <pc:docMk/>
      </pc:docMkLst>
      <pc:sldChg chg="modSp mod">
        <pc:chgData name="Hayato Ishida" userId="585fa0fa6384767c" providerId="LiveId" clId="{00F59463-2D2E-48F5-A0B6-AE379505AFD2}" dt="2025-08-31T17:05:21.889" v="2919" actId="20577"/>
        <pc:sldMkLst>
          <pc:docMk/>
          <pc:sldMk cId="3878715192" sldId="256"/>
        </pc:sldMkLst>
        <pc:spChg chg="mod">
          <ac:chgData name="Hayato Ishida" userId="585fa0fa6384767c" providerId="LiveId" clId="{00F59463-2D2E-48F5-A0B6-AE379505AFD2}" dt="2025-08-31T16:22:31.600" v="1257" actId="20577"/>
          <ac:spMkLst>
            <pc:docMk/>
            <pc:sldMk cId="3878715192" sldId="256"/>
            <ac:spMk id="8" creationId="{9337A176-5377-6F93-8925-178F6FF51FBF}"/>
          </ac:spMkLst>
        </pc:spChg>
        <pc:spChg chg="mod">
          <ac:chgData name="Hayato Ishida" userId="585fa0fa6384767c" providerId="LiveId" clId="{00F59463-2D2E-48F5-A0B6-AE379505AFD2}" dt="2025-08-31T17:05:21.889" v="2919" actId="20577"/>
          <ac:spMkLst>
            <pc:docMk/>
            <pc:sldMk cId="3878715192" sldId="256"/>
            <ac:spMk id="9" creationId="{8C64EA4D-6C48-3445-A5F5-B43711FB5137}"/>
          </ac:spMkLst>
        </pc:spChg>
      </pc:sldChg>
      <pc:sldChg chg="addSp delSp modSp mod">
        <pc:chgData name="Hayato Ishida" userId="585fa0fa6384767c" providerId="LiveId" clId="{00F59463-2D2E-48F5-A0B6-AE379505AFD2}" dt="2025-08-31T16:47:43.808" v="2695" actId="20577"/>
        <pc:sldMkLst>
          <pc:docMk/>
          <pc:sldMk cId="155858466" sldId="286"/>
        </pc:sldMkLst>
        <pc:spChg chg="mod">
          <ac:chgData name="Hayato Ishida" userId="585fa0fa6384767c" providerId="LiveId" clId="{00F59463-2D2E-48F5-A0B6-AE379505AFD2}" dt="2025-08-31T16:34:39.255" v="1825" actId="20577"/>
          <ac:spMkLst>
            <pc:docMk/>
            <pc:sldMk cId="155858466" sldId="286"/>
            <ac:spMk id="7" creationId="{184EC808-D906-5077-5228-0D571761F91A}"/>
          </ac:spMkLst>
        </pc:spChg>
        <pc:spChg chg="del mod">
          <ac:chgData name="Hayato Ishida" userId="585fa0fa6384767c" providerId="LiveId" clId="{00F59463-2D2E-48F5-A0B6-AE379505AFD2}" dt="2025-08-31T16:44:11.223" v="2472" actId="478"/>
          <ac:spMkLst>
            <pc:docMk/>
            <pc:sldMk cId="155858466" sldId="286"/>
            <ac:spMk id="9" creationId="{3FBACBFC-F2D5-DCBB-A3E8-CB0D46B3B20E}"/>
          </ac:spMkLst>
        </pc:spChg>
        <pc:graphicFrameChg chg="add del mod">
          <ac:chgData name="Hayato Ishida" userId="585fa0fa6384767c" providerId="LiveId" clId="{00F59463-2D2E-48F5-A0B6-AE379505AFD2}" dt="2025-08-31T16:35:57.775" v="1836" actId="21"/>
          <ac:graphicFrameMkLst>
            <pc:docMk/>
            <pc:sldMk cId="155858466" sldId="286"/>
            <ac:graphicFrameMk id="2" creationId="{8A320FDA-793A-7942-43E5-88EA2712CBD2}"/>
          </ac:graphicFrameMkLst>
        </pc:graphicFrameChg>
        <pc:graphicFrameChg chg="add del mod modGraphic">
          <ac:chgData name="Hayato Ishida" userId="585fa0fa6384767c" providerId="LiveId" clId="{00F59463-2D2E-48F5-A0B6-AE379505AFD2}" dt="2025-08-31T16:39:05.582" v="2093" actId="21"/>
          <ac:graphicFrameMkLst>
            <pc:docMk/>
            <pc:sldMk cId="155858466" sldId="286"/>
            <ac:graphicFrameMk id="3" creationId="{8A320FDA-793A-7942-43E5-88EA2712CBD2}"/>
          </ac:graphicFrameMkLst>
        </pc:graphicFrameChg>
        <pc:graphicFrameChg chg="add mod modGraphic">
          <ac:chgData name="Hayato Ishida" userId="585fa0fa6384767c" providerId="LiveId" clId="{00F59463-2D2E-48F5-A0B6-AE379505AFD2}" dt="2025-08-31T16:47:43.808" v="2695" actId="20577"/>
          <ac:graphicFrameMkLst>
            <pc:docMk/>
            <pc:sldMk cId="155858466" sldId="286"/>
            <ac:graphicFrameMk id="4" creationId="{8A320FDA-793A-7942-43E5-88EA2712CBD2}"/>
          </ac:graphicFrameMkLst>
        </pc:graphicFrameChg>
      </pc:sldChg>
      <pc:sldChg chg="addSp delSp modSp mod">
        <pc:chgData name="Hayato Ishida" userId="585fa0fa6384767c" providerId="LiveId" clId="{00F59463-2D2E-48F5-A0B6-AE379505AFD2}" dt="2025-08-31T17:09:06.682" v="2932" actId="14100"/>
        <pc:sldMkLst>
          <pc:docMk/>
          <pc:sldMk cId="654251065" sldId="287"/>
        </pc:sldMkLst>
        <pc:picChg chg="add mod ord">
          <ac:chgData name="Hayato Ishida" userId="585fa0fa6384767c" providerId="LiveId" clId="{00F59463-2D2E-48F5-A0B6-AE379505AFD2}" dt="2025-08-31T17:09:06.682" v="2932" actId="14100"/>
          <ac:picMkLst>
            <pc:docMk/>
            <pc:sldMk cId="654251065" sldId="287"/>
            <ac:picMk id="3" creationId="{75D9D160-A1F5-59BD-AE4F-8E5E3B3B9196}"/>
          </ac:picMkLst>
        </pc:picChg>
        <pc:picChg chg="del">
          <ac:chgData name="Hayato Ishida" userId="585fa0fa6384767c" providerId="LiveId" clId="{00F59463-2D2E-48F5-A0B6-AE379505AFD2}" dt="2025-08-31T17:06:27.247" v="2925" actId="478"/>
          <ac:picMkLst>
            <pc:docMk/>
            <pc:sldMk cId="654251065" sldId="287"/>
            <ac:picMk id="12" creationId="{BE128227-8099-D961-7B33-BA7B4CD8B81B}"/>
          </ac:picMkLst>
        </pc:picChg>
      </pc:sldChg>
      <pc:sldChg chg="modSp mod">
        <pc:chgData name="Hayato Ishida" userId="585fa0fa6384767c" providerId="LiveId" clId="{00F59463-2D2E-48F5-A0B6-AE379505AFD2}" dt="2025-08-26T13:58:31.702" v="1186" actId="20577"/>
        <pc:sldMkLst>
          <pc:docMk/>
          <pc:sldMk cId="3715280376" sldId="330"/>
        </pc:sldMkLst>
        <pc:spChg chg="mod">
          <ac:chgData name="Hayato Ishida" userId="585fa0fa6384767c" providerId="LiveId" clId="{00F59463-2D2E-48F5-A0B6-AE379505AFD2}" dt="2025-08-26T13:58:31.702" v="1186" actId="20577"/>
          <ac:spMkLst>
            <pc:docMk/>
            <pc:sldMk cId="3715280376" sldId="330"/>
            <ac:spMk id="7" creationId="{F9F042BC-2903-5846-C37D-DDA67BB81785}"/>
          </ac:spMkLst>
        </pc:spChg>
      </pc:sldChg>
      <pc:sldChg chg="addSp delSp modSp mod">
        <pc:chgData name="Hayato Ishida" userId="585fa0fa6384767c" providerId="LiveId" clId="{00F59463-2D2E-48F5-A0B6-AE379505AFD2}" dt="2025-08-31T17:25:51.285" v="2970"/>
        <pc:sldMkLst>
          <pc:docMk/>
          <pc:sldMk cId="1235012594" sldId="354"/>
        </pc:sldMkLst>
        <pc:graphicFrameChg chg="add mod">
          <ac:chgData name="Hayato Ishida" userId="585fa0fa6384767c" providerId="LiveId" clId="{00F59463-2D2E-48F5-A0B6-AE379505AFD2}" dt="2025-08-31T17:25:51.285" v="2970"/>
          <ac:graphicFrameMkLst>
            <pc:docMk/>
            <pc:sldMk cId="1235012594" sldId="354"/>
            <ac:graphicFrameMk id="3" creationId="{78C9A4E7-4ABC-6879-76BA-8D4683B931B6}"/>
          </ac:graphicFrameMkLst>
        </pc:graphicFrameChg>
        <pc:graphicFrameChg chg="del mod modGraphic">
          <ac:chgData name="Hayato Ishida" userId="585fa0fa6384767c" providerId="LiveId" clId="{00F59463-2D2E-48F5-A0B6-AE379505AFD2}" dt="2025-08-31T17:25:37.137" v="2933" actId="21"/>
          <ac:graphicFrameMkLst>
            <pc:docMk/>
            <pc:sldMk cId="1235012594" sldId="354"/>
            <ac:graphicFrameMk id="5" creationId="{78C9A4E7-4ABC-6879-76BA-8D4683B931B6}"/>
          </ac:graphicFrameMkLst>
        </pc:graphicFrameChg>
      </pc:sldChg>
      <pc:sldChg chg="modSp add del mod">
        <pc:chgData name="Hayato Ishida" userId="585fa0fa6384767c" providerId="LiveId" clId="{00F59463-2D2E-48F5-A0B6-AE379505AFD2}" dt="2025-08-31T17:06:59.532" v="2931" actId="47"/>
        <pc:sldMkLst>
          <pc:docMk/>
          <pc:sldMk cId="417452178" sldId="387"/>
        </pc:sldMkLst>
        <pc:spChg chg="mod">
          <ac:chgData name="Hayato Ishida" userId="585fa0fa6384767c" providerId="LiveId" clId="{00F59463-2D2E-48F5-A0B6-AE379505AFD2}" dt="2025-08-31T17:06:56.176" v="2929" actId="20577"/>
          <ac:spMkLst>
            <pc:docMk/>
            <pc:sldMk cId="417452178" sldId="387"/>
            <ac:spMk id="6" creationId="{4CC4D21A-B798-902A-AD2F-CCEF45BA0CC8}"/>
          </ac:spMkLst>
        </pc:spChg>
        <pc:spChg chg="mod">
          <ac:chgData name="Hayato Ishida" userId="585fa0fa6384767c" providerId="LiveId" clId="{00F59463-2D2E-48F5-A0B6-AE379505AFD2}" dt="2025-08-31T16:34:21.942" v="1806" actId="113"/>
          <ac:spMkLst>
            <pc:docMk/>
            <pc:sldMk cId="417452178" sldId="387"/>
            <ac:spMk id="7" creationId="{F4EECFEB-CDB9-69A5-6CEA-9BCBE6B4DFDF}"/>
          </ac:spMkLst>
        </pc:spChg>
      </pc:sldChg>
      <pc:sldChg chg="delSp mod">
        <pc:chgData name="Hayato Ishida" userId="585fa0fa6384767c" providerId="LiveId" clId="{00F59463-2D2E-48F5-A0B6-AE379505AFD2}" dt="2025-08-26T13:59:22.597" v="1189" actId="478"/>
        <pc:sldMkLst>
          <pc:docMk/>
          <pc:sldMk cId="1280351370" sldId="439"/>
        </pc:sldMkLst>
      </pc:sldChg>
      <pc:sldChg chg="modSp mod">
        <pc:chgData name="Hayato Ishida" userId="585fa0fa6384767c" providerId="LiveId" clId="{00F59463-2D2E-48F5-A0B6-AE379505AFD2}" dt="2025-08-31T17:05:07.382" v="2906" actId="20577"/>
        <pc:sldMkLst>
          <pc:docMk/>
          <pc:sldMk cId="3329932923" sldId="453"/>
        </pc:sldMkLst>
        <pc:spChg chg="mod">
          <ac:chgData name="Hayato Ishida" userId="585fa0fa6384767c" providerId="LiveId" clId="{00F59463-2D2E-48F5-A0B6-AE379505AFD2}" dt="2025-08-31T17:05:07.382" v="2906" actId="20577"/>
          <ac:spMkLst>
            <pc:docMk/>
            <pc:sldMk cId="3329932923" sldId="453"/>
            <ac:spMk id="7" creationId="{112C8B48-A2DD-250A-DDCF-6002436CFB75}"/>
          </ac:spMkLst>
        </pc:spChg>
      </pc:sldChg>
      <pc:sldChg chg="delSp mod">
        <pc:chgData name="Hayato Ishida" userId="585fa0fa6384767c" providerId="LiveId" clId="{00F59463-2D2E-48F5-A0B6-AE379505AFD2}" dt="2025-08-26T13:59:02.107" v="1187" actId="478"/>
        <pc:sldMkLst>
          <pc:docMk/>
          <pc:sldMk cId="434991055" sldId="455"/>
        </pc:sldMkLst>
      </pc:sldChg>
      <pc:sldChg chg="delSp modSp mod">
        <pc:chgData name="Hayato Ishida" userId="585fa0fa6384767c" providerId="LiveId" clId="{00F59463-2D2E-48F5-A0B6-AE379505AFD2}" dt="2025-08-26T13:59:17.303" v="1188" actId="478"/>
        <pc:sldMkLst>
          <pc:docMk/>
          <pc:sldMk cId="3378357843" sldId="456"/>
        </pc:sldMkLst>
        <pc:spChg chg="mod">
          <ac:chgData name="Hayato Ishida" userId="585fa0fa6384767c" providerId="LiveId" clId="{00F59463-2D2E-48F5-A0B6-AE379505AFD2}" dt="2025-08-26T07:15:05.998" v="526" actId="20577"/>
          <ac:spMkLst>
            <pc:docMk/>
            <pc:sldMk cId="3378357843" sldId="456"/>
            <ac:spMk id="9" creationId="{85023782-9474-F1F2-99A2-FF4D763CD9C0}"/>
          </ac:spMkLst>
        </pc:spChg>
      </pc:sldChg>
      <pc:sldChg chg="delSp modSp mod">
        <pc:chgData name="Hayato Ishida" userId="585fa0fa6384767c" providerId="LiveId" clId="{00F59463-2D2E-48F5-A0B6-AE379505AFD2}" dt="2025-08-26T14:04:35.716" v="1238" actId="20577"/>
        <pc:sldMkLst>
          <pc:docMk/>
          <pc:sldMk cId="1377291153" sldId="457"/>
        </pc:sldMkLst>
        <pc:spChg chg="mod">
          <ac:chgData name="Hayato Ishida" userId="585fa0fa6384767c" providerId="LiveId" clId="{00F59463-2D2E-48F5-A0B6-AE379505AFD2}" dt="2025-08-26T07:45:14.801" v="1106" actId="20577"/>
          <ac:spMkLst>
            <pc:docMk/>
            <pc:sldMk cId="1377291153" sldId="457"/>
            <ac:spMk id="9" creationId="{A710F6BB-0BE3-6202-74E2-3D19059BD745}"/>
          </ac:spMkLst>
        </pc:spChg>
        <pc:graphicFrameChg chg="mod modGraphic">
          <ac:chgData name="Hayato Ishida" userId="585fa0fa6384767c" providerId="LiveId" clId="{00F59463-2D2E-48F5-A0B6-AE379505AFD2}" dt="2025-08-26T14:04:35.716" v="1238" actId="20577"/>
          <ac:graphicFrameMkLst>
            <pc:docMk/>
            <pc:sldMk cId="1377291153" sldId="457"/>
            <ac:graphicFrameMk id="6" creationId="{20E23C93-98A8-4A86-591F-996B08E6397B}"/>
          </ac:graphicFrameMkLst>
        </pc:graphicFrameChg>
      </pc:sldChg>
      <pc:sldChg chg="addSp delSp modSp mod">
        <pc:chgData name="Hayato Ishida" userId="585fa0fa6384767c" providerId="LiveId" clId="{00F59463-2D2E-48F5-A0B6-AE379505AFD2}" dt="2025-08-31T17:25:49.732" v="2969" actId="21"/>
        <pc:sldMkLst>
          <pc:docMk/>
          <pc:sldMk cId="4243992212" sldId="458"/>
        </pc:sldMkLst>
        <pc:spChg chg="mod">
          <ac:chgData name="Hayato Ishida" userId="585fa0fa6384767c" providerId="LiveId" clId="{00F59463-2D2E-48F5-A0B6-AE379505AFD2}" dt="2025-08-26T07:40:28.466" v="1073" actId="113"/>
          <ac:spMkLst>
            <pc:docMk/>
            <pc:sldMk cId="4243992212" sldId="458"/>
            <ac:spMk id="12" creationId="{299B884C-778A-9884-54F0-7E1804A60F3F}"/>
          </ac:spMkLst>
        </pc:spChg>
        <pc:graphicFrameChg chg="add mod">
          <ac:chgData name="Hayato Ishida" userId="585fa0fa6384767c" providerId="LiveId" clId="{00F59463-2D2E-48F5-A0B6-AE379505AFD2}" dt="2025-08-26T14:05:09.821" v="1242"/>
          <ac:graphicFrameMkLst>
            <pc:docMk/>
            <pc:sldMk cId="4243992212" sldId="458"/>
            <ac:graphicFrameMk id="3" creationId="{34591A5F-DB9C-BBCA-09D9-5A141E05AC93}"/>
          </ac:graphicFrameMkLst>
        </pc:graphicFrameChg>
        <pc:graphicFrameChg chg="add del mod">
          <ac:chgData name="Hayato Ishida" userId="585fa0fa6384767c" providerId="LiveId" clId="{00F59463-2D2E-48F5-A0B6-AE379505AFD2}" dt="2025-08-31T17:25:49.732" v="2969" actId="21"/>
          <ac:graphicFrameMkLst>
            <pc:docMk/>
            <pc:sldMk cId="4243992212" sldId="458"/>
            <ac:graphicFrameMk id="5" creationId="{78C9A4E7-4ABC-6879-76BA-8D4683B931B6}"/>
          </ac:graphicFrameMkLst>
        </pc:graphicFrameChg>
      </pc:sldChg>
      <pc:sldChg chg="addSp delSp modSp add mod ord">
        <pc:chgData name="Hayato Ishida" userId="585fa0fa6384767c" providerId="LiveId" clId="{00F59463-2D2E-48F5-A0B6-AE379505AFD2}" dt="2025-08-26T13:59:54.088" v="1193" actId="478"/>
        <pc:sldMkLst>
          <pc:docMk/>
          <pc:sldMk cId="220088828" sldId="459"/>
        </pc:sldMkLst>
        <pc:spChg chg="mod">
          <ac:chgData name="Hayato Ishida" userId="585fa0fa6384767c" providerId="LiveId" clId="{00F59463-2D2E-48F5-A0B6-AE379505AFD2}" dt="2025-08-26T07:50:53.155" v="1177" actId="20577"/>
          <ac:spMkLst>
            <pc:docMk/>
            <pc:sldMk cId="220088828" sldId="459"/>
            <ac:spMk id="9" creationId="{EAB491AB-C3E9-4550-B2D1-42882A6B4E80}"/>
          </ac:spMkLst>
        </pc:spChg>
        <pc:graphicFrameChg chg="add del mod">
          <ac:chgData name="Hayato Ishida" userId="585fa0fa6384767c" providerId="LiveId" clId="{00F59463-2D2E-48F5-A0B6-AE379505AFD2}" dt="2025-08-26T07:50:44.900" v="1166"/>
          <ac:graphicFrameMkLst>
            <pc:docMk/>
            <pc:sldMk cId="220088828" sldId="459"/>
            <ac:graphicFrameMk id="5" creationId="{2967C819-4538-0D0B-1027-B78915BA5F35}"/>
          </ac:graphicFrameMkLst>
        </pc:graphicFrameChg>
      </pc:sldChg>
      <pc:sldChg chg="addSp delSp modSp add del mod">
        <pc:chgData name="Hayato Ishida" userId="585fa0fa6384767c" providerId="LiveId" clId="{00F59463-2D2E-48F5-A0B6-AE379505AFD2}" dt="2025-08-31T16:48:10.386" v="2707" actId="47"/>
        <pc:sldMkLst>
          <pc:docMk/>
          <pc:sldMk cId="3136733485" sldId="460"/>
        </pc:sldMkLst>
        <pc:spChg chg="mod">
          <ac:chgData name="Hayato Ishida" userId="585fa0fa6384767c" providerId="LiveId" clId="{00F59463-2D2E-48F5-A0B6-AE379505AFD2}" dt="2025-08-31T16:35:02.042" v="1828" actId="27636"/>
          <ac:spMkLst>
            <pc:docMk/>
            <pc:sldMk cId="3136733485" sldId="460"/>
            <ac:spMk id="9" creationId="{5E9819A2-8EBC-4AF0-898D-9E9C0FDC1C9D}"/>
          </ac:spMkLst>
        </pc:spChg>
        <pc:graphicFrameChg chg="add del mod modGraphic">
          <ac:chgData name="Hayato Ishida" userId="585fa0fa6384767c" providerId="LiveId" clId="{00F59463-2D2E-48F5-A0B6-AE379505AFD2}" dt="2025-08-31T16:35:44.072" v="1832" actId="21"/>
          <ac:graphicFrameMkLst>
            <pc:docMk/>
            <pc:sldMk cId="3136733485" sldId="460"/>
            <ac:graphicFrameMk id="2" creationId="{8A320FDA-793A-7942-43E5-88EA2712CBD2}"/>
          </ac:graphicFrameMkLst>
        </pc:graphicFrameChg>
        <pc:graphicFrameChg chg="add del mod modGraphic">
          <ac:chgData name="Hayato Ishida" userId="585fa0fa6384767c" providerId="LiveId" clId="{00F59463-2D2E-48F5-A0B6-AE379505AFD2}" dt="2025-08-31T16:36:54.329" v="1881" actId="21"/>
          <ac:graphicFrameMkLst>
            <pc:docMk/>
            <pc:sldMk cId="3136733485" sldId="460"/>
            <ac:graphicFrameMk id="3" creationId="{8A320FDA-793A-7942-43E5-88EA2712CBD2}"/>
          </ac:graphicFrameMkLst>
        </pc:graphicFrameChg>
      </pc:sldChg>
      <pc:sldChg chg="addSp delSp modSp add mod ord">
        <pc:chgData name="Hayato Ishida" userId="585fa0fa6384767c" providerId="LiveId" clId="{00F59463-2D2E-48F5-A0B6-AE379505AFD2}" dt="2025-08-31T17:32:14.356" v="3301"/>
        <pc:sldMkLst>
          <pc:docMk/>
          <pc:sldMk cId="3038593975" sldId="461"/>
        </pc:sldMkLst>
        <pc:spChg chg="mod">
          <ac:chgData name="Hayato Ishida" userId="585fa0fa6384767c" providerId="LiveId" clId="{00F59463-2D2E-48F5-A0B6-AE379505AFD2}" dt="2025-08-31T17:31:41.016" v="3278" actId="20577"/>
          <ac:spMkLst>
            <pc:docMk/>
            <pc:sldMk cId="3038593975" sldId="461"/>
            <ac:spMk id="7" creationId="{9422E43C-0DD6-FE01-B718-6AC522CFCE0B}"/>
          </ac:spMkLst>
        </pc:spChg>
        <pc:spChg chg="del">
          <ac:chgData name="Hayato Ishida" userId="585fa0fa6384767c" providerId="LiveId" clId="{00F59463-2D2E-48F5-A0B6-AE379505AFD2}" dt="2025-08-31T16:43:58.916" v="2469" actId="478"/>
          <ac:spMkLst>
            <pc:docMk/>
            <pc:sldMk cId="3038593975" sldId="461"/>
            <ac:spMk id="9" creationId="{26141D0F-48BF-4DE1-E8A4-E54B3A74E4F8}"/>
          </ac:spMkLst>
        </pc:spChg>
        <pc:graphicFrameChg chg="add mod">
          <ac:chgData name="Hayato Ishida" userId="585fa0fa6384767c" providerId="LiveId" clId="{00F59463-2D2E-48F5-A0B6-AE379505AFD2}" dt="2025-08-31T17:32:14.356" v="3301"/>
          <ac:graphicFrameMkLst>
            <pc:docMk/>
            <pc:sldMk cId="3038593975" sldId="461"/>
            <ac:graphicFrameMk id="2" creationId="{D7D4AFDD-D94E-0D5D-22AB-BB41CC2F302E}"/>
          </ac:graphicFrameMkLst>
        </pc:graphicFrameChg>
        <pc:graphicFrameChg chg="del modGraphic">
          <ac:chgData name="Hayato Ishida" userId="585fa0fa6384767c" providerId="LiveId" clId="{00F59463-2D2E-48F5-A0B6-AE379505AFD2}" dt="2025-08-31T17:32:13.884" v="3300" actId="478"/>
          <ac:graphicFrameMkLst>
            <pc:docMk/>
            <pc:sldMk cId="3038593975" sldId="461"/>
            <ac:graphicFrameMk id="4" creationId="{6368A5CB-EF79-D4BB-1D16-76D67F446CF1}"/>
          </ac:graphicFrameMkLst>
        </pc:graphicFrameChg>
      </pc:sldChg>
      <pc:sldChg chg="modSp add mod">
        <pc:chgData name="Hayato Ishida" userId="585fa0fa6384767c" providerId="LiveId" clId="{00F59463-2D2E-48F5-A0B6-AE379505AFD2}" dt="2025-08-31T16:55:35.659" v="2775" actId="20577"/>
        <pc:sldMkLst>
          <pc:docMk/>
          <pc:sldMk cId="3867108433" sldId="462"/>
        </pc:sldMkLst>
        <pc:spChg chg="mod">
          <ac:chgData name="Hayato Ishida" userId="585fa0fa6384767c" providerId="LiveId" clId="{00F59463-2D2E-48F5-A0B6-AE379505AFD2}" dt="2025-08-31T16:55:35.659" v="2775" actId="20577"/>
          <ac:spMkLst>
            <pc:docMk/>
            <pc:sldMk cId="3867108433" sldId="462"/>
            <ac:spMk id="7" creationId="{A57AAAD1-C087-E58A-B75A-A1D829167E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11/11/2025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11/11/2025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11/11/2025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11/11/2025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11/11/2025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11/11/2025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11/11/2025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11/11/2025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11/11/2025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11/11/2025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11/11/2025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11/11/2025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K2QE84-how-language-design-affects-humans-mind-ruby-vs-virtual-language-in-nineteen-eighty-fou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9.xml"/><Relationship Id="rId7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4.xml"/><Relationship Id="rId4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high-level-programming-languages-in-ai-era-human-thought-and-mind?slide=2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peakerdeck.com/hayat01sh1da/dive-deeper-into-presentday-english-vol1-what-english-is?slide=20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l.com/pub/2003/06/25/perl6essentials.html/#linguistic-and-cognitive-consideration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inria.hal.science/hal-02118845v1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drexel.edu/~csg63/publications/onward24/onward24.pdf" TargetMode="External"/><Relationship Id="rId4" Type="http://schemas.openxmlformats.org/officeDocument/2006/relationships/hyperlink" Target="https://static1.squarespace.com/static/64c800a2f333f04f50bf2020/t/66f81e1098a74357bb505c6b/1727536657403/Fedorenko_et_al_2019_TiCS.pdf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dive-deeper-into-presentday-english-vol1-what-english-is?slide=20" TargetMode="External"/><Relationship Id="rId7" Type="http://schemas.openxmlformats.org/officeDocument/2006/relationships/hyperlink" Target="https://speakerdeck.com/hayat01sh1da/high-level-programming-languages-in-ai-era-human-thought-and-mind?slide=2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/road-to-ruby-for-a-linguistics-nerd?slide=25" TargetMode="External"/><Relationship Id="rId5" Type="http://schemas.openxmlformats.org/officeDocument/2006/relationships/hyperlink" Target="https://speakerdeck.com/hayat01sh1da/recommendation-of-comparative-linguistics-ruby-vs-python" TargetMode="External"/><Relationship Id="rId4" Type="http://schemas.openxmlformats.org/officeDocument/2006/relationships/hyperlink" Target="https://speakerdeck.com/hayat01sh1da/economy-of-effort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How Language Design Affects Human's Mind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-Ruby vs. Virtual Language in Nineteen Eighty-Four-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</a:t>
            </a:r>
            <a:r>
              <a:rPr lang="en-GB" altLang="ja-JP" sz="3200" b="1" dirty="0"/>
              <a:t>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01 September 2025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9D160-A1F5-59BD-AE4F-8E5E3B3B9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9" name="タイトル 1">
            <a:extLst>
              <a:ext uri="{FF2B5EF4-FFF2-40B4-BE49-F238E27FC236}">
                <a16:creationId xmlns:a16="http://schemas.microsoft.com/office/drawing/2014/main" id="{F05E3316-6090-3F18-42CA-4342AED8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B48D9C44-D094-D83B-98F5-FB76ADBD8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94D6CD88-BD22-7C4A-7749-B29AF630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4CC4D21A-B798-902A-AD2F-CCEF45BA0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4EECFEB-CDB9-69A5-6CEA-9BCBE6B4D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2DC54-034B-C421-7389-9A8A7026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9422E43C-0DD6-FE01-B718-6AC522CFC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C5BA7852-4A2C-7B10-99B3-3535FD99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D4AFDD-D94E-0D5D-22AB-BB41CC2F3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15088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593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184EC808-D906-5077-5228-0D571761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D3D173B-9FE7-CDED-DEFC-CD250D69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320FDA-793A-7942-43E5-88EA2712C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953167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009F6FB-E885-6B07-B9FB-C62DF5BB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7CCB782C-2A7E-554D-4BC8-BD7ACE95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F908638B-F115-782F-8F47-76A71599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My Themes Today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Natural Languages and Human's Mind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Programming Languages and Human's Mind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Ruby vs. Xxxspeak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Conclusion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My Themes Today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My Themes Today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9F042BC-2903-5846-C37D-DDA67BB8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0363" marR="5080" lvl="0" indent="-328613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2400" kern="0" spc="-10" dirty="0">
                <a:solidFill>
                  <a:prstClr val="black"/>
                </a:solidFill>
                <a:latin typeface="Calibri"/>
                <a:cs typeface="Calibri"/>
              </a:rPr>
              <a:t>To </a:t>
            </a:r>
            <a:r>
              <a:rPr lang="en-GB" sz="2400" b="1" kern="0" spc="-10" dirty="0">
                <a:solidFill>
                  <a:prstClr val="black"/>
                </a:solidFill>
                <a:latin typeface="Calibri"/>
                <a:cs typeface="Calibri"/>
              </a:rPr>
              <a:t>NOT delicate myself to prosperity of Ruby</a:t>
            </a:r>
            <a:r>
              <a:rPr lang="en-GB" sz="2400" kern="0" spc="-10" dirty="0">
                <a:solidFill>
                  <a:prstClr val="black"/>
                </a:solidFill>
                <a:latin typeface="Calibri"/>
                <a:cs typeface="Calibri"/>
              </a:rPr>
              <a:t> at all.</a:t>
            </a:r>
          </a:p>
          <a:p>
            <a:pPr marL="360363" marR="5080" lvl="0" indent="-328613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2400" kern="0" spc="-10" dirty="0">
                <a:solidFill>
                  <a:prstClr val="black"/>
                </a:solidFill>
                <a:latin typeface="Calibri"/>
                <a:cs typeface="Calibri"/>
              </a:rPr>
              <a:t>To </a:t>
            </a:r>
            <a:r>
              <a:rPr lang="en-GB" sz="2400" b="1" kern="0" spc="-10" dirty="0">
                <a:solidFill>
                  <a:prstClr val="black"/>
                </a:solidFill>
                <a:latin typeface="Calibri"/>
                <a:cs typeface="Calibri"/>
              </a:rPr>
              <a:t>earnestly discuss something NEITHER practical NOR technical</a:t>
            </a:r>
            <a:r>
              <a:rPr lang="en-GB" sz="2400" kern="0" spc="-10" dirty="0">
                <a:solidFill>
                  <a:prstClr val="black"/>
                </a:solidFill>
                <a:latin typeface="Calibri"/>
                <a:cs typeface="Calibri"/>
              </a:rPr>
              <a:t>.</a:t>
            </a:r>
          </a:p>
          <a:p>
            <a:pPr marL="360363" marR="5080" lvl="0" indent="-328613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2400" kern="0" spc="-10" dirty="0">
                <a:solidFill>
                  <a:prstClr val="black"/>
                </a:solidFill>
                <a:latin typeface="Calibri"/>
                <a:cs typeface="Calibri"/>
              </a:rPr>
              <a:t>To take audience to a short journey of </a:t>
            </a:r>
            <a:r>
              <a:rPr lang="en-GB" sz="2400" b="1" kern="0" spc="-10" dirty="0">
                <a:solidFill>
                  <a:prstClr val="black"/>
                </a:solidFill>
                <a:latin typeface="Calibri"/>
                <a:cs typeface="Calibri"/>
              </a:rPr>
              <a:t>a linguistic thought experiment</a:t>
            </a:r>
            <a:r>
              <a:rPr lang="en-GB" sz="2400" kern="0" spc="-10" dirty="0">
                <a:solidFill>
                  <a:prstClr val="black"/>
                </a:solidFill>
                <a:latin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9C8C7-830A-8342-D56D-776768A5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270FA-54C3-4B2B-19DD-6737B9E9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2. Natural Languages and Human's Mind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D5BBFA-A12D-31FD-4127-821B070E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82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A424F-83C3-A33A-C93F-D036141C2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1AE2DC-7607-F50E-FFD3-4148D402C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854CDE2F-CFD1-ECF5-A139-88D3000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600" b="1" dirty="0"/>
              <a:t>Natural Language and Communication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We are involved in these activities via natural language as the interface.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8DCC632D-65E1-C654-92B4-77A9133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2. Natural Languages and Human's Mind</a:t>
            </a:r>
            <a:endParaRPr lang="en-GB" b="1" dirty="0">
              <a:latin typeface="Calibri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026CE6-2101-6170-1596-E6B84C1E8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751874"/>
              </p:ext>
            </p:extLst>
          </p:nvPr>
        </p:nvGraphicFramePr>
        <p:xfrm>
          <a:off x="842394" y="2576911"/>
          <a:ext cx="10515601" cy="3751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791">
                  <a:extLst>
                    <a:ext uri="{9D8B030D-6E8A-4147-A177-3AD203B41FA5}">
                      <a16:colId xmlns:a16="http://schemas.microsoft.com/office/drawing/2014/main" val="3019140161"/>
                    </a:ext>
                  </a:extLst>
                </a:gridCol>
                <a:gridCol w="4416803">
                  <a:extLst>
                    <a:ext uri="{9D8B030D-6E8A-4147-A177-3AD203B41FA5}">
                      <a16:colId xmlns:a16="http://schemas.microsoft.com/office/drawing/2014/main" val="1142388247"/>
                    </a:ext>
                  </a:extLst>
                </a:gridCol>
                <a:gridCol w="3120007">
                  <a:extLst>
                    <a:ext uri="{9D8B030D-6E8A-4147-A177-3AD203B41FA5}">
                      <a16:colId xmlns:a16="http://schemas.microsoft.com/office/drawing/2014/main" val="2260444570"/>
                    </a:ext>
                  </a:extLst>
                </a:gridCol>
              </a:tblGrid>
              <a:tr h="36776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Category of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Act /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01699"/>
                  </a:ext>
                </a:extLst>
              </a:tr>
              <a:tr h="617607">
                <a:tc rowSpan="2">
                  <a:txBody>
                    <a:bodyPr/>
                    <a:lstStyle/>
                    <a:p>
                      <a:r>
                        <a:rPr lang="en-GB" sz="1800" b="1" dirty="0"/>
                        <a:t>External Communication</a:t>
                      </a:r>
                    </a:p>
                    <a:p>
                      <a:r>
                        <a:rPr lang="en-GB" sz="1800" dirty="0"/>
                        <a:t>= </a:t>
                      </a:r>
                      <a:r>
                        <a:rPr lang="en-GB" sz="1800" b="1" dirty="0"/>
                        <a:t>Social</a:t>
                      </a:r>
                      <a:r>
                        <a:rPr lang="en-GB" sz="1800" dirty="0"/>
                        <a:t> </a:t>
                      </a:r>
                      <a:r>
                        <a:rPr lang="en-GB" sz="1800" b="1" dirty="0"/>
                        <a:t>Activity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Exchange Information </a:t>
                      </a:r>
                      <a:r>
                        <a:rPr lang="en-GB" sz="1800" b="1" u="sng" dirty="0"/>
                        <a:t>with People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Asking Questions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Making Assertions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499304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Regulate and Coordinate Behaviours </a:t>
                      </a:r>
                      <a:r>
                        <a:rPr lang="en-GB" sz="1800" b="1" u="sng" dirty="0"/>
                        <a:t>of People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dirty="0"/>
                        <a:t>Making Requests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Giving Orders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Making Offers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Making Promises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523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sz="1800" b="1" dirty="0"/>
                        <a:t>Internal Communication</a:t>
                      </a:r>
                    </a:p>
                    <a:p>
                      <a:r>
                        <a:rPr lang="en-GB" sz="1800" dirty="0"/>
                        <a:t>= </a:t>
                      </a:r>
                      <a:r>
                        <a:rPr lang="en-GB" sz="1800" b="1" dirty="0"/>
                        <a:t>Mental</a:t>
                      </a:r>
                      <a:r>
                        <a:rPr lang="en-GB" sz="1800" dirty="0"/>
                        <a:t> </a:t>
                      </a:r>
                      <a:r>
                        <a:rPr lang="en-GB" sz="1800" b="1" dirty="0"/>
                        <a:t>Activity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Organise Knowledge </a:t>
                      </a:r>
                      <a:r>
                        <a:rPr lang="en-GB" sz="1800" b="1" u="sng" dirty="0"/>
                        <a:t>in Oneself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= Classification of the Objects of the World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Living vs. Non-Living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Plants vs. Animals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Humans vs. Other Animals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790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Reason and Draw an Inference </a:t>
                      </a:r>
                      <a:r>
                        <a:rPr lang="en-GB" sz="1800" b="1" u="sng" dirty="0"/>
                        <a:t>in Oneself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= Read between the Lines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What it </a:t>
                      </a:r>
                      <a:r>
                        <a:rPr lang="en-GB" sz="1800" b="1" dirty="0"/>
                        <a:t>means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What it </a:t>
                      </a:r>
                      <a:r>
                        <a:rPr lang="en-GB" sz="1800" b="1" dirty="0"/>
                        <a:t>implies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657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99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8CF6AA-CF15-B8E8-E065-37B25398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E9AD74-DB70-757D-0ADB-805EC060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85023782-9474-F1F2-99A2-FF4D763CD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600" b="1" dirty="0">
                <a:hlinkClick r:id="rId3"/>
              </a:rPr>
              <a:t>Newspeak</a:t>
            </a:r>
            <a:r>
              <a:rPr lang="en-GB" sz="2600" b="1" dirty="0"/>
              <a:t> in </a:t>
            </a:r>
            <a:r>
              <a:rPr lang="en-GB" sz="2600" b="1" i="1" dirty="0"/>
              <a:t>Nineteen Eighty-Four</a:t>
            </a:r>
            <a:r>
              <a:rPr lang="en-GB" sz="2600" b="1" dirty="0"/>
              <a:t> written by George Orwell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The language was designed and partly enforced in Oceanic society in the novel.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The main purpose was to </a:t>
            </a:r>
            <a:r>
              <a:rPr lang="en-GB" sz="2400" b="1" dirty="0"/>
              <a:t>regulate exterminate anti-social political thoughts by eliminating words</a:t>
            </a:r>
            <a:r>
              <a:rPr lang="en-GB" sz="2400" dirty="0"/>
              <a:t> related to them along with the concepts.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That is to say, we also would lose the corresponding concept if we lost a word.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Let's discuss differences between </a:t>
            </a:r>
            <a:r>
              <a:rPr lang="en-GB" sz="2400" b="1" dirty="0" err="1"/>
              <a:t>Oldspeak</a:t>
            </a:r>
            <a:r>
              <a:rPr lang="en-GB" sz="2400" dirty="0"/>
              <a:t>(</a:t>
            </a:r>
            <a:r>
              <a:rPr lang="en-GB" sz="2400" dirty="0">
                <a:hlinkClick r:id="rId4"/>
              </a:rPr>
              <a:t>Present-Day English</a:t>
            </a:r>
            <a:r>
              <a:rPr lang="en-GB" sz="2400" dirty="0"/>
              <a:t>) and </a:t>
            </a:r>
            <a:r>
              <a:rPr lang="en-GB" sz="2400" b="1" dirty="0"/>
              <a:t>Newspeak</a:t>
            </a:r>
            <a:r>
              <a:rPr lang="en-GB" sz="2400" dirty="0"/>
              <a:t>.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53E319C1-6920-DB70-35EB-B5EA6AE6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2. Natural Languages and Human's Mind</a:t>
            </a:r>
            <a:endParaRPr lang="en-GB" b="1" dirty="0">
              <a:latin typeface="Calibri (Headings)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0B5712A-A943-6007-71D8-1C8E7A396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7655"/>
              </p:ext>
            </p:extLst>
          </p:nvPr>
        </p:nvGraphicFramePr>
        <p:xfrm>
          <a:off x="829812" y="4041617"/>
          <a:ext cx="1021429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66">
                  <a:extLst>
                    <a:ext uri="{9D8B030D-6E8A-4147-A177-3AD203B41FA5}">
                      <a16:colId xmlns:a16="http://schemas.microsoft.com/office/drawing/2014/main" val="2626384933"/>
                    </a:ext>
                  </a:extLst>
                </a:gridCol>
                <a:gridCol w="3517896">
                  <a:extLst>
                    <a:ext uri="{9D8B030D-6E8A-4147-A177-3AD203B41FA5}">
                      <a16:colId xmlns:a16="http://schemas.microsoft.com/office/drawing/2014/main" val="476515329"/>
                    </a:ext>
                  </a:extLst>
                </a:gridCol>
                <a:gridCol w="3556932">
                  <a:extLst>
                    <a:ext uri="{9D8B030D-6E8A-4147-A177-3AD203B41FA5}">
                      <a16:colId xmlns:a16="http://schemas.microsoft.com/office/drawing/2014/main" val="3189895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Oldspeak(Present-Day 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Newspeak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1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altLang="ja-JP" b="1" dirty="0"/>
                        <a:t>Vocabulary and Expressions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Richer </a:t>
                      </a:r>
                      <a:r>
                        <a:rPr lang="en-GB" dirty="0"/>
                        <a:t>every second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Poorer </a:t>
                      </a:r>
                      <a:r>
                        <a:rPr lang="en-GB" dirty="0"/>
                        <a:t>every year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15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Regulation of Human's Mind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Looser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Stricter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099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Flexibility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Extraordinarily High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Not Flexible at all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1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Ambiguity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Less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More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3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Cognitive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Lower(Low Context)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Higher(High Context)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69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Unanimity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Easy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04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357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3. Programming Languages and Human's Mind</a:t>
            </a:r>
            <a:endParaRPr lang="en-GB" sz="4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969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C0DFC-0E5F-EDA1-20D9-A91B17CF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99464-9178-19D6-F8AD-B5863A1B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3. Programming Languages and Human's Mind</a:t>
            </a:r>
            <a:endParaRPr lang="en-GB" sz="4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873A1E-545F-034C-C208-EAA6AA8E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83CE9E0D-5985-C07F-4B01-F0E7E750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600" b="1" dirty="0"/>
              <a:t>Programming Language and Communication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We are involved in these activities via programming language as the interface.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5F5426F-D3E1-2165-D506-D8558934A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83150"/>
              </p:ext>
            </p:extLst>
          </p:nvPr>
        </p:nvGraphicFramePr>
        <p:xfrm>
          <a:off x="842394" y="2576911"/>
          <a:ext cx="10515601" cy="3751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791">
                  <a:extLst>
                    <a:ext uri="{9D8B030D-6E8A-4147-A177-3AD203B41FA5}">
                      <a16:colId xmlns:a16="http://schemas.microsoft.com/office/drawing/2014/main" val="3019140161"/>
                    </a:ext>
                  </a:extLst>
                </a:gridCol>
                <a:gridCol w="4416803">
                  <a:extLst>
                    <a:ext uri="{9D8B030D-6E8A-4147-A177-3AD203B41FA5}">
                      <a16:colId xmlns:a16="http://schemas.microsoft.com/office/drawing/2014/main" val="1142388247"/>
                    </a:ext>
                  </a:extLst>
                </a:gridCol>
                <a:gridCol w="3120007">
                  <a:extLst>
                    <a:ext uri="{9D8B030D-6E8A-4147-A177-3AD203B41FA5}">
                      <a16:colId xmlns:a16="http://schemas.microsoft.com/office/drawing/2014/main" val="2260444570"/>
                    </a:ext>
                  </a:extLst>
                </a:gridCol>
              </a:tblGrid>
              <a:tr h="367764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Category of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Act /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01699"/>
                  </a:ext>
                </a:extLst>
              </a:tr>
              <a:tr h="617607">
                <a:tc rowSpan="2">
                  <a:txBody>
                    <a:bodyPr/>
                    <a:lstStyle/>
                    <a:p>
                      <a:r>
                        <a:rPr lang="en-GB" sz="1800" b="1" dirty="0"/>
                        <a:t>External Communication</a:t>
                      </a:r>
                    </a:p>
                    <a:p>
                      <a:r>
                        <a:rPr lang="en-GB" sz="1800" dirty="0"/>
                        <a:t>= </a:t>
                      </a:r>
                      <a:r>
                        <a:rPr lang="en-GB" sz="1800" b="1" dirty="0"/>
                        <a:t>Social</a:t>
                      </a:r>
                      <a:r>
                        <a:rPr lang="en-GB" sz="1800" dirty="0"/>
                        <a:t> </a:t>
                      </a:r>
                      <a:r>
                        <a:rPr lang="en-GB" sz="1800" b="1" dirty="0"/>
                        <a:t>Activity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Exchange Information </a:t>
                      </a:r>
                      <a:r>
                        <a:rPr lang="en-GB" sz="1800" b="1" u="sng" dirty="0"/>
                        <a:t>with People</a:t>
                      </a:r>
                      <a:endParaRPr lang="en-GB" sz="1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Asking Questions</a:t>
                      </a:r>
                      <a:endParaRPr lang="en-GB" sz="1800" b="1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Making Assertions</a:t>
                      </a:r>
                      <a:endParaRPr lang="en-GB" sz="1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499304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Regulate and Coordinate Behaviours </a:t>
                      </a:r>
                      <a:r>
                        <a:rPr lang="en-GB" sz="1800" b="1" u="sng" dirty="0"/>
                        <a:t>of not just Computers but People</a:t>
                      </a:r>
                      <a:endParaRPr lang="en-GB" altLang="ja-JP" sz="1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dirty="0"/>
                        <a:t>Making Requests</a:t>
                      </a:r>
                      <a:endParaRPr lang="en-GB" sz="1800" b="1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Giving Orders</a:t>
                      </a:r>
                      <a:endParaRPr lang="en-GB" sz="1800" b="1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Making Offers</a:t>
                      </a:r>
                      <a:endParaRPr lang="en-GB" sz="1800" b="1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Making Promises</a:t>
                      </a:r>
                      <a:endParaRPr lang="en-GB" sz="18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523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sz="1800" b="1" dirty="0"/>
                        <a:t>Internal Communication</a:t>
                      </a:r>
                    </a:p>
                    <a:p>
                      <a:r>
                        <a:rPr lang="en-GB" sz="1800" dirty="0"/>
                        <a:t>= </a:t>
                      </a:r>
                      <a:r>
                        <a:rPr lang="en-GB" sz="1800" b="1" dirty="0"/>
                        <a:t>Mental</a:t>
                      </a:r>
                      <a:r>
                        <a:rPr lang="en-GB" sz="1800" dirty="0"/>
                        <a:t> </a:t>
                      </a:r>
                      <a:r>
                        <a:rPr lang="en-GB" sz="1800" b="1" dirty="0"/>
                        <a:t>Activity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Organise and Apply Knowledge </a:t>
                      </a:r>
                      <a:r>
                        <a:rPr lang="en-GB" sz="1800" b="1" u="sng" dirty="0"/>
                        <a:t>in Oneself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= Design and Implementation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Controller vs. Model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ActiveRecord vs. CQRS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Monolith vs. Microservice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790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Reason and Draw an Inference </a:t>
                      </a:r>
                      <a:r>
                        <a:rPr lang="en-GB" sz="1800" b="1" u="sng" dirty="0"/>
                        <a:t>in Oneself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= Read between the Codes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What it </a:t>
                      </a:r>
                      <a:r>
                        <a:rPr lang="en-GB" sz="1800" b="1" dirty="0"/>
                        <a:t>implements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What requirements it </a:t>
                      </a:r>
                      <a:r>
                        <a:rPr lang="en-GB" sz="1800" b="1" dirty="0"/>
                        <a:t>implies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657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351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2C664-8E03-FDCA-6E7D-24088FA0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510231-D801-F260-A004-2FB8B972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A710F6BB-0BE3-6202-74E2-3D19059BD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600" b="1" dirty="0"/>
              <a:t>Ruby created by Mr. Yukihiro Matsumoto(generally called Matz)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Ruby is outstanding in its </a:t>
            </a:r>
            <a:r>
              <a:rPr lang="en-GB" sz="2400" b="1" dirty="0">
                <a:hlinkClick r:id="rId3"/>
              </a:rPr>
              <a:t>Linguistic Cognitive Consideration</a:t>
            </a:r>
            <a:r>
              <a:rPr lang="en-GB" sz="2400" dirty="0"/>
              <a:t> learned from Perl</a:t>
            </a:r>
            <a:r>
              <a:rPr lang="en-GB" sz="2400" b="1" dirty="0"/>
              <a:t>.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The feature provides Rubyists with a wonderful coding experience.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/>
              <a:t>Let's discuss differences between Ruby and Python, another OOP.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33F78D25-EB3D-EBA7-9267-C16B8BFE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3. Programming Languages and Human's Mind</a:t>
            </a:r>
            <a:endParaRPr lang="en-GB" sz="4000" b="1" dirty="0">
              <a:latin typeface="Calibri (Headings)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E23C93-98A8-4A86-591F-996B08E63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681967"/>
              </p:ext>
            </p:extLst>
          </p:nvPr>
        </p:nvGraphicFramePr>
        <p:xfrm>
          <a:off x="825618" y="3303400"/>
          <a:ext cx="1052818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943">
                  <a:extLst>
                    <a:ext uri="{9D8B030D-6E8A-4147-A177-3AD203B41FA5}">
                      <a16:colId xmlns:a16="http://schemas.microsoft.com/office/drawing/2014/main" val="2626384933"/>
                    </a:ext>
                  </a:extLst>
                </a:gridCol>
                <a:gridCol w="3626002">
                  <a:extLst>
                    <a:ext uri="{9D8B030D-6E8A-4147-A177-3AD203B41FA5}">
                      <a16:colId xmlns:a16="http://schemas.microsoft.com/office/drawing/2014/main" val="476515329"/>
                    </a:ext>
                  </a:extLst>
                </a:gridCol>
                <a:gridCol w="3666237">
                  <a:extLst>
                    <a:ext uri="{9D8B030D-6E8A-4147-A177-3AD203B41FA5}">
                      <a16:colId xmlns:a16="http://schemas.microsoft.com/office/drawing/2014/main" val="3189895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Ruby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1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altLang="ja-JP" b="1" dirty="0"/>
                        <a:t>Vocabulary and Expressions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Rich</a:t>
                      </a:r>
                      <a:endParaRPr lang="en-GB" sz="12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Limited</a:t>
                      </a:r>
                      <a:endParaRPr lang="en-GB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15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Regulation of Human's Mind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Looser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Stricter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099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Flexibility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Higher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Lower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1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Ambiguity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Less(</a:t>
                      </a:r>
                      <a:r>
                        <a:rPr lang="en-US" altLang="ja-JP" b="1" dirty="0"/>
                        <a:t>N</a:t>
                      </a:r>
                      <a:r>
                        <a:rPr lang="en-GB" b="1" dirty="0"/>
                        <a:t>aming convention)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Less(Language design)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3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Cognitive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 to Evaluate(High and/or Low)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 to Evaluate(High and/or Low)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69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Unanimity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Hard(Easier with tool introduction)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Easy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04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291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4. </a:t>
            </a:r>
            <a:r>
              <a:rPr lang="en-GB" altLang="ja-JP" b="1" dirty="0">
                <a:latin typeface="Calibri (Headings)"/>
                <a:sym typeface="Arial"/>
              </a:rPr>
              <a:t>Ruby vs. Xxxspeak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4. </a:t>
            </a:r>
            <a:r>
              <a:rPr lang="en-GB" altLang="ja-JP" b="1" dirty="0">
                <a:latin typeface="Calibri (Headings)"/>
                <a:sym typeface="Arial"/>
              </a:rPr>
              <a:t>Ruby vs. Xxxspeak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600" b="1" dirty="0">
                <a:solidFill>
                  <a:prstClr val="black"/>
                </a:solidFill>
                <a:cs typeface="Calibri"/>
              </a:rPr>
              <a:t>Ruby vs. Newspeak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The comparison below shows the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400" dirty="0">
                <a:solidFill>
                  <a:prstClr val="black"/>
                </a:solidFill>
                <a:cs typeface="Calibri"/>
              </a:rPr>
              <a:t>less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mutual features.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C9A4E7-4ABC-6879-76BA-8D4683B93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92603"/>
              </p:ext>
            </p:extLst>
          </p:nvPr>
        </p:nvGraphicFramePr>
        <p:xfrm>
          <a:off x="854976" y="2959447"/>
          <a:ext cx="1052818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943">
                  <a:extLst>
                    <a:ext uri="{9D8B030D-6E8A-4147-A177-3AD203B41FA5}">
                      <a16:colId xmlns:a16="http://schemas.microsoft.com/office/drawing/2014/main" val="2626384933"/>
                    </a:ext>
                  </a:extLst>
                </a:gridCol>
                <a:gridCol w="3626002">
                  <a:extLst>
                    <a:ext uri="{9D8B030D-6E8A-4147-A177-3AD203B41FA5}">
                      <a16:colId xmlns:a16="http://schemas.microsoft.com/office/drawing/2014/main" val="476515329"/>
                    </a:ext>
                  </a:extLst>
                </a:gridCol>
                <a:gridCol w="3666237">
                  <a:extLst>
                    <a:ext uri="{9D8B030D-6E8A-4147-A177-3AD203B41FA5}">
                      <a16:colId xmlns:a16="http://schemas.microsoft.com/office/drawing/2014/main" val="3189895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Ruby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Newspeak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1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altLang="ja-JP" b="1" dirty="0"/>
                        <a:t>Vocabulary and Expressions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Rich</a:t>
                      </a:r>
                      <a:endParaRPr lang="en-GB" sz="12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Poorer </a:t>
                      </a:r>
                      <a:r>
                        <a:rPr lang="en-GB" dirty="0"/>
                        <a:t>every year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15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Regulation of Human's Mind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Looser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Stricter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099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Flexibility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Higher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Not Flexible at all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1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Ambiguity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Less(</a:t>
                      </a:r>
                      <a:r>
                        <a:rPr lang="en-US" altLang="ja-JP" b="1" dirty="0"/>
                        <a:t>N</a:t>
                      </a:r>
                      <a:r>
                        <a:rPr lang="en-GB" b="1" dirty="0"/>
                        <a:t>aming convention)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More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3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Cognitive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 to Evaluate(High and/or Low)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Higher(High Context)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69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Unanimity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Hard(Easier with tool introduction)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Easy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04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0F61E-D8CE-C53E-C044-C0B96646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B0EF5A-DDEF-C51D-6092-60D3B8F3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4. </a:t>
            </a:r>
            <a:r>
              <a:rPr lang="en-GB" altLang="ja-JP" b="1" dirty="0">
                <a:latin typeface="Calibri (Headings)"/>
                <a:sym typeface="Arial"/>
              </a:rPr>
              <a:t>Ruby vs. Xxxspeak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8E1732-3274-25CA-4073-E88B2062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299B884C-778A-9884-54F0-7E1804A6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600" b="1" dirty="0">
                <a:solidFill>
                  <a:prstClr val="black"/>
                </a:solidFill>
                <a:cs typeface="Calibri"/>
              </a:rPr>
              <a:t>Ruby vs. Oldspeak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The comparison below shows the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400" dirty="0">
                <a:solidFill>
                  <a:prstClr val="black"/>
                </a:solidFill>
                <a:cs typeface="Calibri"/>
              </a:rPr>
              <a:t>more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mutual features because both of them think highly of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Convention over Configuration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591A5F-DB9C-BBCA-09D9-5A141E05A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6875"/>
              </p:ext>
            </p:extLst>
          </p:nvPr>
        </p:nvGraphicFramePr>
        <p:xfrm>
          <a:off x="854976" y="2959455"/>
          <a:ext cx="1052818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943">
                  <a:extLst>
                    <a:ext uri="{9D8B030D-6E8A-4147-A177-3AD203B41FA5}">
                      <a16:colId xmlns:a16="http://schemas.microsoft.com/office/drawing/2014/main" val="2626384933"/>
                    </a:ext>
                  </a:extLst>
                </a:gridCol>
                <a:gridCol w="3626002">
                  <a:extLst>
                    <a:ext uri="{9D8B030D-6E8A-4147-A177-3AD203B41FA5}">
                      <a16:colId xmlns:a16="http://schemas.microsoft.com/office/drawing/2014/main" val="476515329"/>
                    </a:ext>
                  </a:extLst>
                </a:gridCol>
                <a:gridCol w="3666237">
                  <a:extLst>
                    <a:ext uri="{9D8B030D-6E8A-4147-A177-3AD203B41FA5}">
                      <a16:colId xmlns:a16="http://schemas.microsoft.com/office/drawing/2014/main" val="3189895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Ruby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Oldspeak(Present-Day English)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1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altLang="ja-JP" b="1" dirty="0"/>
                        <a:t>Vocabulary and Expressions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Rich</a:t>
                      </a:r>
                      <a:endParaRPr lang="en-GB" sz="12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Richer </a:t>
                      </a:r>
                      <a:r>
                        <a:rPr lang="en-GB" dirty="0"/>
                        <a:t>every second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15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Regulation of Human's Mind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Looser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Looser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099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Flexibility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Higher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Extraordinarily High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1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Ambiguity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Less(</a:t>
                      </a:r>
                      <a:r>
                        <a:rPr lang="en-US" altLang="ja-JP" b="1" dirty="0"/>
                        <a:t>N</a:t>
                      </a:r>
                      <a:r>
                        <a:rPr lang="en-GB" b="1" dirty="0"/>
                        <a:t>aming convention)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Less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3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Cognitive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 to Evaluate(High and/or Low)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Lower(Low Context)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69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Unanimity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Hard(Easier with tool introduction)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04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992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0109D-6993-DBF3-7C87-5834501D9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84BEB8-7DAB-88E4-B238-B92D5C0D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4. </a:t>
            </a:r>
            <a:r>
              <a:rPr lang="en-GB" altLang="ja-JP" b="1" dirty="0">
                <a:latin typeface="Calibri (Headings)"/>
                <a:sym typeface="Arial"/>
              </a:rPr>
              <a:t>Ruby vs. Xxxspeak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7AB33F-3447-5370-DDF9-54537EE3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EAB491AB-C3E9-4550-B2D1-42882A6B4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600" b="1">
                <a:solidFill>
                  <a:prstClr val="black"/>
                </a:solidFill>
                <a:cs typeface="Calibri"/>
              </a:rPr>
              <a:t>[Appendix] Python </a:t>
            </a:r>
            <a:r>
              <a:rPr lang="en-GB" sz="2600" b="1" dirty="0">
                <a:solidFill>
                  <a:prstClr val="black"/>
                </a:solidFill>
                <a:cs typeface="Calibri"/>
              </a:rPr>
              <a:t>vs. Newspeak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lang="en-GB" sz="2400" dirty="0">
                <a:solidFill>
                  <a:prstClr val="black"/>
                </a:solidFill>
                <a:cs typeface="Calibri"/>
              </a:rPr>
              <a:t>The comparison below shows the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altLang="ja-JP" sz="2400" dirty="0">
                <a:solidFill>
                  <a:prstClr val="black"/>
                </a:solidFill>
                <a:cs typeface="Calibri"/>
              </a:rPr>
              <a:t>more</a:t>
            </a:r>
            <a:r>
              <a:rPr lang="ja-JP" altLang="en-US" sz="2400" dirty="0">
                <a:solidFill>
                  <a:prstClr val="black"/>
                </a:solidFill>
                <a:cs typeface="Calibri"/>
              </a:rPr>
              <a:t>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mutual features because both of them are think highly of </a:t>
            </a:r>
            <a:r>
              <a:rPr lang="en-GB" sz="2400" b="1" dirty="0">
                <a:solidFill>
                  <a:prstClr val="black"/>
                </a:solidFill>
                <a:cs typeface="Calibri"/>
              </a:rPr>
              <a:t>Configuration over Convention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67C819-4538-0D0B-1027-B78915BA5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830982"/>
              </p:ext>
            </p:extLst>
          </p:nvPr>
        </p:nvGraphicFramePr>
        <p:xfrm>
          <a:off x="854976" y="2959449"/>
          <a:ext cx="1052818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943">
                  <a:extLst>
                    <a:ext uri="{9D8B030D-6E8A-4147-A177-3AD203B41FA5}">
                      <a16:colId xmlns:a16="http://schemas.microsoft.com/office/drawing/2014/main" val="2626384933"/>
                    </a:ext>
                  </a:extLst>
                </a:gridCol>
                <a:gridCol w="3626002">
                  <a:extLst>
                    <a:ext uri="{9D8B030D-6E8A-4147-A177-3AD203B41FA5}">
                      <a16:colId xmlns:a16="http://schemas.microsoft.com/office/drawing/2014/main" val="476515329"/>
                    </a:ext>
                  </a:extLst>
                </a:gridCol>
                <a:gridCol w="3666237">
                  <a:extLst>
                    <a:ext uri="{9D8B030D-6E8A-4147-A177-3AD203B41FA5}">
                      <a16:colId xmlns:a16="http://schemas.microsoft.com/office/drawing/2014/main" val="3189895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Newspeak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1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altLang="ja-JP" b="1" dirty="0"/>
                        <a:t>Vocabulary and Expressions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Limited</a:t>
                      </a:r>
                      <a:endParaRPr lang="en-GB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Poorer </a:t>
                      </a:r>
                      <a:r>
                        <a:rPr lang="en-GB" dirty="0"/>
                        <a:t>every year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15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Regulation of Human's Mind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Stricter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Stricter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099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Flexibility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Lower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Not Flexible at all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1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Ambiguity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Less(Language design)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More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3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Cognitive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Hard to Evaluate(High and/or Low)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Higher(High Context)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69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Unanimity of Expressions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Easy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Easy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04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88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  <a:ea typeface="游ゴシック Light" panose="020B0300000000000000" pitchFamily="50" charset="-128"/>
              </a:rPr>
              <a:t>5</a:t>
            </a:r>
            <a:r>
              <a:rPr kumimoji="0" lang="en-GB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. Conclusion</a:t>
            </a:r>
            <a:endParaRPr lang="en-GB" sz="54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2852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6E432-C9B5-66DB-B638-640FB795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A19957-3B83-129A-1B09-F1D8A2E5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solidFill>
                  <a:prstClr val="black"/>
                </a:solidFill>
                <a:latin typeface="Calibri (Headings)"/>
              </a:rPr>
              <a:t>5. Conclusion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5B2448-A61C-7610-F283-1FFB69B6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6AC9904E-BC34-517D-EA0C-0D05DF227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following principles apply to both of natural and programming languages.</a:t>
            </a:r>
          </a:p>
          <a:p>
            <a:pPr marL="12700" marR="5080" indent="0">
              <a:lnSpc>
                <a:spcPts val="2590"/>
              </a:lnSpc>
              <a:spcBef>
                <a:spcPts val="425"/>
              </a:spcBef>
              <a:buNone/>
              <a:defRPr/>
            </a:pPr>
            <a:endParaRPr lang="en-GB"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360363" marR="5080" indent="-347663">
              <a:lnSpc>
                <a:spcPts val="2590"/>
              </a:lnSpc>
              <a:spcBef>
                <a:spcPts val="425"/>
              </a:spcBef>
              <a:buFont typeface="+mj-lt"/>
              <a:buAutoNum type="arabicPeriod"/>
              <a:defRPr/>
            </a:pPr>
            <a:r>
              <a:rPr lang="en-GB" sz="2400" b="1" dirty="0">
                <a:solidFill>
                  <a:prstClr val="black"/>
                </a:solidFill>
                <a:latin typeface="Calibri"/>
                <a:cs typeface="Calibri"/>
              </a:rPr>
              <a:t>Rich</a:t>
            </a:r>
            <a:r>
              <a:rPr lang="en-GB" sz="2400" dirty="0">
                <a:solidFill>
                  <a:prstClr val="black"/>
                </a:solidFill>
                <a:latin typeface="Calibri"/>
                <a:cs typeface="Calibri"/>
              </a:rPr>
              <a:t> vocabulary in terms of communication interface provides</a:t>
            </a:r>
          </a:p>
          <a:p>
            <a:pPr marR="5080" lvl="1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latin typeface="Calibri"/>
                <a:cs typeface="Calibri"/>
              </a:rPr>
              <a:t>higher</a:t>
            </a:r>
            <a:r>
              <a:rPr lang="en-GB" sz="2000" dirty="0">
                <a:solidFill>
                  <a:prstClr val="black"/>
                </a:solidFill>
                <a:latin typeface="Calibri"/>
                <a:cs typeface="Calibri"/>
              </a:rPr>
              <a:t> flexibility of 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expressions thanks to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looser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regulation of human's mind</a:t>
            </a:r>
          </a:p>
          <a:p>
            <a:pPr marR="5080" lvl="1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higher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cognitive load due to too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rich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idioms to properly handle</a:t>
            </a:r>
          </a:p>
          <a:p>
            <a:pPr marR="5080" lvl="1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more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costs for arrival at the agreement to define ubiquitous expressions within the same community</a:t>
            </a:r>
          </a:p>
          <a:p>
            <a:pPr marL="360363" marR="5080" indent="-347663">
              <a:lnSpc>
                <a:spcPts val="2590"/>
              </a:lnSpc>
              <a:spcBef>
                <a:spcPts val="425"/>
              </a:spcBef>
              <a:buFont typeface="+mj-lt"/>
              <a:buAutoNum type="arabicPeriod"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Poor</a:t>
            </a: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vocabulary in terms of communication interface </a:t>
            </a:r>
            <a:r>
              <a:rPr lang="en-GB" sz="2400" dirty="0">
                <a:solidFill>
                  <a:prstClr val="black"/>
                </a:solidFill>
                <a:cs typeface="Calibri"/>
              </a:rPr>
              <a:t>provides</a:t>
            </a:r>
            <a:endParaRPr kumimoji="0" lang="en-GB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R="5080" lvl="1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lower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flexibility of expressions owing to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stricter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regulation of human's mind</a:t>
            </a:r>
          </a:p>
          <a:p>
            <a:pPr marR="5080" lvl="1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lower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cognitive load thanks to so </a:t>
            </a:r>
            <a:r>
              <a:rPr lang="en-GB" sz="2000" b="1" dirty="0">
                <a:solidFill>
                  <a:prstClr val="black"/>
                </a:solidFill>
                <a:cs typeface="Calibri"/>
              </a:rPr>
              <a:t>poor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idioms as to easily handle</a:t>
            </a:r>
          </a:p>
          <a:p>
            <a:pPr marR="5080" lvl="1">
              <a:lnSpc>
                <a:spcPts val="2590"/>
              </a:lnSpc>
              <a:spcBef>
                <a:spcPts val="425"/>
              </a:spcBef>
              <a:defRPr/>
            </a:pPr>
            <a:r>
              <a:rPr lang="en-GB" sz="2000" b="1" dirty="0">
                <a:solidFill>
                  <a:prstClr val="black"/>
                </a:solidFill>
                <a:cs typeface="Calibri"/>
              </a:rPr>
              <a:t>less</a:t>
            </a:r>
            <a:r>
              <a:rPr lang="en-GB" sz="2000" dirty="0">
                <a:solidFill>
                  <a:prstClr val="black"/>
                </a:solidFill>
                <a:cs typeface="Calibri"/>
              </a:rPr>
              <a:t> costs for arrival at the agreement to define ubiquitous expressions within the same community</a:t>
            </a:r>
          </a:p>
        </p:txBody>
      </p:sp>
    </p:spTree>
    <p:extLst>
      <p:ext uri="{BB962C8B-B14F-4D97-AF65-F5344CB8AC3E}">
        <p14:creationId xmlns:p14="http://schemas.microsoft.com/office/powerpoint/2010/main" val="735216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EFCC8-C327-0157-7F06-C40B35C1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7BFE2-44A1-9CB5-2C43-EFD2CFBF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E4E6A4-3FC2-B98A-EDE8-D53E3371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12C8B48-A2DD-250A-DDCF-6002436CF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Michael L. Geis, </a:t>
            </a:r>
            <a:r>
              <a:rPr lang="en-GB" altLang="ja-JP" i="1" dirty="0"/>
              <a:t>Language and Communication</a:t>
            </a:r>
            <a:r>
              <a:rPr lang="en-GB" altLang="ja-JP" dirty="0"/>
              <a:t>, Oxford, OUP, 2001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George Orwell, </a:t>
            </a:r>
            <a:r>
              <a:rPr lang="en-GB" altLang="ja-JP" i="1" dirty="0"/>
              <a:t>Nineteen Eighty-Four</a:t>
            </a:r>
            <a:r>
              <a:rPr lang="en-GB" altLang="ja-JP" dirty="0"/>
              <a:t>, the United Kingdom, Harvill Secker, 1949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Xiaohui Zou, </a:t>
            </a:r>
            <a:r>
              <a:rPr lang="en-GB" altLang="ja-JP" i="1" dirty="0">
                <a:hlinkClick r:id="rId3"/>
              </a:rPr>
              <a:t>The Cognitive Features of Programming Language and Natural Language</a:t>
            </a:r>
            <a:r>
              <a:rPr lang="en-GB" altLang="ja-JP" dirty="0"/>
              <a:t>, Switzerland, Springer, Cham, 2018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altLang="ja-JP" dirty="0"/>
              <a:t>Evelina Fedorenko, Anna Ivanova, Riva Dhamal, Marina Umaschi Bers, </a:t>
            </a:r>
            <a:r>
              <a:rPr lang="en-GB" altLang="ja-JP" i="1" dirty="0">
                <a:hlinkClick r:id="rId4"/>
              </a:rPr>
              <a:t>The Language of Programming: A Cognitive Perspective</a:t>
            </a:r>
            <a:r>
              <a:rPr lang="en-GB" altLang="ja-JP" dirty="0"/>
              <a:t>, Amsterdam, 2019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Colin S. Gordon</a:t>
            </a:r>
            <a:r>
              <a:rPr lang="en-US" altLang="ja-JP" dirty="0"/>
              <a:t>, </a:t>
            </a:r>
            <a:r>
              <a:rPr lang="en-US" altLang="ja-JP" i="1" dirty="0">
                <a:hlinkClick r:id="rId5"/>
              </a:rPr>
              <a:t>The Linguistics of Programming</a:t>
            </a:r>
            <a:r>
              <a:rPr lang="en-US" altLang="ja-JP" dirty="0"/>
              <a:t>, Philadelphia, Drexel University, 2024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3329932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D85EC-FCB9-2281-9B0B-8D4A7603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A819A-C526-5C50-6C6D-31B1A5F6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C051EF-2459-3484-06FF-8101A6D6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57AAAD1-C087-E58A-B75A-A1D829167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Hayato Ishida, </a:t>
            </a:r>
            <a:r>
              <a:rPr lang="en-GB" altLang="ja-JP" i="1" dirty="0">
                <a:hlinkClick r:id="rId3"/>
              </a:rPr>
              <a:t>Dive Deeper into Present-Day English Vol.1 -What English Is-</a:t>
            </a:r>
            <a:r>
              <a:rPr lang="en-GB" altLang="ja-JP" dirty="0"/>
              <a:t>, Tokyo, 2024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Hayato Ishida, </a:t>
            </a:r>
            <a:r>
              <a:rPr lang="en-GB" altLang="ja-JP" i="1" dirty="0">
                <a:hlinkClick r:id="rId4"/>
              </a:rPr>
              <a:t>Economy of Efforts</a:t>
            </a:r>
            <a:r>
              <a:rPr lang="en-GB" altLang="ja-JP" dirty="0"/>
              <a:t>, Tokyo, 2025</a:t>
            </a:r>
            <a:endParaRPr lang="en-US" altLang="ja-JP" dirty="0"/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Hayato Ishida, </a:t>
            </a:r>
            <a:r>
              <a:rPr lang="en-GB" altLang="ja-JP" i="1" dirty="0">
                <a:hlinkClick r:id="rId5"/>
              </a:rPr>
              <a:t>Recommendation of Comparative Linguistics -Learn Identity of Programming Language from Ruby vs. Python-</a:t>
            </a:r>
            <a:r>
              <a:rPr lang="en-GB" altLang="ja-JP" dirty="0"/>
              <a:t>, Tokyo, 2025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Hayato Ishida, </a:t>
            </a:r>
            <a:r>
              <a:rPr lang="en-GB" altLang="ja-JP" i="1" dirty="0">
                <a:hlinkClick r:id="rId6"/>
              </a:rPr>
              <a:t>Road to Ruby for A Linguistics Nerd</a:t>
            </a:r>
            <a:r>
              <a:rPr lang="en-GB" altLang="ja-JP" dirty="0"/>
              <a:t>, Tokyo, 2025</a:t>
            </a:r>
            <a:endParaRPr lang="en-US" altLang="ja-JP" dirty="0"/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Hayato Ishida, </a:t>
            </a:r>
            <a:r>
              <a:rPr lang="en-GB" altLang="ja-JP" i="1" dirty="0">
                <a:hlinkClick r:id="rId7"/>
              </a:rPr>
              <a:t>High-Level Programming Languages in AI Era -Human Thought and Mind-</a:t>
            </a:r>
            <a:r>
              <a:rPr lang="en-GB" altLang="ja-JP" dirty="0"/>
              <a:t>, Tokyo, 2025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67108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6383</TotalTime>
  <Words>1573</Words>
  <Application>Microsoft Office PowerPoint</Application>
  <PresentationFormat>Widescreen</PresentationFormat>
  <Paragraphs>351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 (Headings)</vt:lpstr>
      <vt:lpstr>Arial</vt:lpstr>
      <vt:lpstr>Calibri</vt:lpstr>
      <vt:lpstr>Calibri Light</vt:lpstr>
      <vt:lpstr>Office テーマ</vt:lpstr>
      <vt:lpstr>How Language Design Affects Human's Mind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My Themes Today</vt:lpstr>
      <vt:lpstr>1. My Themes Today</vt:lpstr>
      <vt:lpstr>2. Natural Languages and Human's Mind</vt:lpstr>
      <vt:lpstr>2. Natural Languages and Human's Mind</vt:lpstr>
      <vt:lpstr>2. Natural Languages and Human's Mind</vt:lpstr>
      <vt:lpstr>3. Programming Languages and Human's Mind</vt:lpstr>
      <vt:lpstr>3. Programming Languages and Human's Mind</vt:lpstr>
      <vt:lpstr>3. Programming Languages and Human's Mind</vt:lpstr>
      <vt:lpstr>4. Ruby vs. Xxxspeak</vt:lpstr>
      <vt:lpstr>4. Ruby vs. Xxxspeak</vt:lpstr>
      <vt:lpstr>4. Ruby vs. Xxxspeak</vt:lpstr>
      <vt:lpstr>4. Ruby vs. Xxxspeak</vt:lpstr>
      <vt:lpstr>5. Conclusion</vt:lpstr>
      <vt:lpstr>5. Conclusion</vt:lpstr>
      <vt:lpstr>6. References</vt:lpstr>
      <vt:lpstr>6. References</vt:lpstr>
      <vt:lpstr>6.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335</cp:revision>
  <dcterms:modified xsi:type="dcterms:W3CDTF">2025-11-11T14:10:06Z</dcterms:modified>
</cp:coreProperties>
</file>